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0BC31-5B7A-4565-AD04-2E7F9BF83ABB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FC576-F3C8-4964-9545-04FDC0B29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3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FC576-F3C8-4964-9545-04FDC0B299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06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0F1B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8FA3C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350549" y="0"/>
            <a:ext cx="9467850" cy="704850"/>
          </a:xfrm>
          <a:custGeom>
            <a:avLst/>
            <a:gdLst/>
            <a:ahLst/>
            <a:cxnLst/>
            <a:rect l="l" t="t" r="r" b="b"/>
            <a:pathLst>
              <a:path w="9467850" h="704850">
                <a:moveTo>
                  <a:pt x="9467270" y="374462"/>
                </a:moveTo>
                <a:lnTo>
                  <a:pt x="9455973" y="448468"/>
                </a:lnTo>
                <a:lnTo>
                  <a:pt x="9440787" y="492189"/>
                </a:lnTo>
                <a:lnTo>
                  <a:pt x="9420258" y="533100"/>
                </a:lnTo>
                <a:lnTo>
                  <a:pt x="9394808" y="570779"/>
                </a:lnTo>
                <a:lnTo>
                  <a:pt x="9364860" y="604803"/>
                </a:lnTo>
                <a:lnTo>
                  <a:pt x="9330835" y="634751"/>
                </a:lnTo>
                <a:lnTo>
                  <a:pt x="9293156" y="660200"/>
                </a:lnTo>
                <a:lnTo>
                  <a:pt x="9252246" y="680729"/>
                </a:lnTo>
                <a:lnTo>
                  <a:pt x="9208525" y="695915"/>
                </a:lnTo>
                <a:lnTo>
                  <a:pt x="9164798" y="704849"/>
                </a:lnTo>
              </a:path>
              <a:path w="9467850" h="704850">
                <a:moveTo>
                  <a:pt x="303829" y="704850"/>
                </a:moveTo>
                <a:lnTo>
                  <a:pt x="260102" y="695915"/>
                </a:lnTo>
                <a:lnTo>
                  <a:pt x="216381" y="680729"/>
                </a:lnTo>
                <a:lnTo>
                  <a:pt x="175470" y="660200"/>
                </a:lnTo>
                <a:lnTo>
                  <a:pt x="137792" y="634750"/>
                </a:lnTo>
                <a:lnTo>
                  <a:pt x="103767" y="604802"/>
                </a:lnTo>
                <a:lnTo>
                  <a:pt x="73819" y="570778"/>
                </a:lnTo>
                <a:lnTo>
                  <a:pt x="48370" y="533099"/>
                </a:lnTo>
                <a:lnTo>
                  <a:pt x="27841" y="492189"/>
                </a:lnTo>
                <a:lnTo>
                  <a:pt x="12655" y="448468"/>
                </a:lnTo>
                <a:lnTo>
                  <a:pt x="3234" y="402359"/>
                </a:lnTo>
                <a:lnTo>
                  <a:pt x="0" y="354285"/>
                </a:lnTo>
                <a:lnTo>
                  <a:pt x="3234" y="306210"/>
                </a:lnTo>
                <a:lnTo>
                  <a:pt x="12655" y="260102"/>
                </a:lnTo>
                <a:lnTo>
                  <a:pt x="27841" y="216381"/>
                </a:lnTo>
                <a:lnTo>
                  <a:pt x="48370" y="175470"/>
                </a:lnTo>
                <a:lnTo>
                  <a:pt x="73819" y="137792"/>
                </a:lnTo>
                <a:lnTo>
                  <a:pt x="103767" y="103767"/>
                </a:lnTo>
                <a:lnTo>
                  <a:pt x="137792" y="73819"/>
                </a:lnTo>
                <a:lnTo>
                  <a:pt x="175470" y="48370"/>
                </a:lnTo>
                <a:lnTo>
                  <a:pt x="216381" y="27841"/>
                </a:lnTo>
                <a:lnTo>
                  <a:pt x="260102" y="12655"/>
                </a:lnTo>
                <a:lnTo>
                  <a:pt x="306210" y="3234"/>
                </a:lnTo>
                <a:lnTo>
                  <a:pt x="354285" y="0"/>
                </a:lnTo>
                <a:lnTo>
                  <a:pt x="9114342" y="0"/>
                </a:lnTo>
                <a:lnTo>
                  <a:pt x="9162416" y="3234"/>
                </a:lnTo>
                <a:lnTo>
                  <a:pt x="9208525" y="12655"/>
                </a:lnTo>
                <a:lnTo>
                  <a:pt x="9252246" y="27841"/>
                </a:lnTo>
                <a:lnTo>
                  <a:pt x="9293157" y="48369"/>
                </a:lnTo>
                <a:lnTo>
                  <a:pt x="9330835" y="73819"/>
                </a:lnTo>
                <a:lnTo>
                  <a:pt x="9364860" y="103767"/>
                </a:lnTo>
                <a:lnTo>
                  <a:pt x="9394808" y="137791"/>
                </a:lnTo>
                <a:lnTo>
                  <a:pt x="9420258" y="175470"/>
                </a:lnTo>
                <a:lnTo>
                  <a:pt x="9440787" y="216381"/>
                </a:lnTo>
                <a:lnTo>
                  <a:pt x="9455973" y="260102"/>
                </a:lnTo>
                <a:lnTo>
                  <a:pt x="9465394" y="306210"/>
                </a:lnTo>
                <a:lnTo>
                  <a:pt x="9467270" y="334108"/>
                </a:lnTo>
              </a:path>
            </a:pathLst>
          </a:custGeom>
          <a:ln w="76199">
            <a:solidFill>
              <a:srgbClr val="0F1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84145" y="119730"/>
            <a:ext cx="1665605" cy="589280"/>
          </a:xfrm>
          <a:custGeom>
            <a:avLst/>
            <a:gdLst/>
            <a:ahLst/>
            <a:cxnLst/>
            <a:rect l="l" t="t" r="r" b="b"/>
            <a:pathLst>
              <a:path w="1665604" h="589280">
                <a:moveTo>
                  <a:pt x="1371364" y="588931"/>
                </a:moveTo>
                <a:lnTo>
                  <a:pt x="294466" y="588931"/>
                </a:lnTo>
                <a:lnTo>
                  <a:pt x="246702" y="585077"/>
                </a:lnTo>
                <a:lnTo>
                  <a:pt x="201392" y="573919"/>
                </a:lnTo>
                <a:lnTo>
                  <a:pt x="159142" y="556063"/>
                </a:lnTo>
                <a:lnTo>
                  <a:pt x="120558" y="532116"/>
                </a:lnTo>
                <a:lnTo>
                  <a:pt x="86247" y="502684"/>
                </a:lnTo>
                <a:lnTo>
                  <a:pt x="56815" y="468373"/>
                </a:lnTo>
                <a:lnTo>
                  <a:pt x="32867" y="429789"/>
                </a:lnTo>
                <a:lnTo>
                  <a:pt x="15012" y="387539"/>
                </a:lnTo>
                <a:lnTo>
                  <a:pt x="3854" y="342229"/>
                </a:lnTo>
                <a:lnTo>
                  <a:pt x="0" y="294465"/>
                </a:lnTo>
                <a:lnTo>
                  <a:pt x="3854" y="246701"/>
                </a:lnTo>
                <a:lnTo>
                  <a:pt x="15012" y="201391"/>
                </a:lnTo>
                <a:lnTo>
                  <a:pt x="32867" y="159141"/>
                </a:lnTo>
                <a:lnTo>
                  <a:pt x="56815" y="120558"/>
                </a:lnTo>
                <a:lnTo>
                  <a:pt x="86247" y="86247"/>
                </a:lnTo>
                <a:lnTo>
                  <a:pt x="120558" y="56814"/>
                </a:lnTo>
                <a:lnTo>
                  <a:pt x="159142" y="32867"/>
                </a:lnTo>
                <a:lnTo>
                  <a:pt x="201392" y="15012"/>
                </a:lnTo>
                <a:lnTo>
                  <a:pt x="246702" y="3854"/>
                </a:lnTo>
                <a:lnTo>
                  <a:pt x="294466" y="0"/>
                </a:lnTo>
                <a:lnTo>
                  <a:pt x="1371364" y="0"/>
                </a:lnTo>
                <a:lnTo>
                  <a:pt x="1419128" y="3854"/>
                </a:lnTo>
                <a:lnTo>
                  <a:pt x="1464438" y="15012"/>
                </a:lnTo>
                <a:lnTo>
                  <a:pt x="1506688" y="32867"/>
                </a:lnTo>
                <a:lnTo>
                  <a:pt x="1545272" y="56814"/>
                </a:lnTo>
                <a:lnTo>
                  <a:pt x="1579583" y="86247"/>
                </a:lnTo>
                <a:lnTo>
                  <a:pt x="1609015" y="120558"/>
                </a:lnTo>
                <a:lnTo>
                  <a:pt x="1632962" y="159141"/>
                </a:lnTo>
                <a:lnTo>
                  <a:pt x="1650818" y="201391"/>
                </a:lnTo>
                <a:lnTo>
                  <a:pt x="1661976" y="246701"/>
                </a:lnTo>
                <a:lnTo>
                  <a:pt x="1665572" y="291269"/>
                </a:lnTo>
                <a:lnTo>
                  <a:pt x="1665572" y="297662"/>
                </a:lnTo>
                <a:lnTo>
                  <a:pt x="1661976" y="342229"/>
                </a:lnTo>
                <a:lnTo>
                  <a:pt x="1650818" y="387539"/>
                </a:lnTo>
                <a:lnTo>
                  <a:pt x="1632962" y="429789"/>
                </a:lnTo>
                <a:lnTo>
                  <a:pt x="1609015" y="468373"/>
                </a:lnTo>
                <a:lnTo>
                  <a:pt x="1579583" y="502684"/>
                </a:lnTo>
                <a:lnTo>
                  <a:pt x="1545272" y="532116"/>
                </a:lnTo>
                <a:lnTo>
                  <a:pt x="1506688" y="556063"/>
                </a:lnTo>
                <a:lnTo>
                  <a:pt x="1464438" y="573919"/>
                </a:lnTo>
                <a:lnTo>
                  <a:pt x="1419128" y="585077"/>
                </a:lnTo>
                <a:lnTo>
                  <a:pt x="1371364" y="588931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7741825"/>
            <a:ext cx="18228945" cy="2545715"/>
          </a:xfrm>
          <a:custGeom>
            <a:avLst/>
            <a:gdLst/>
            <a:ahLst/>
            <a:cxnLst/>
            <a:rect l="l" t="t" r="r" b="b"/>
            <a:pathLst>
              <a:path w="18228945" h="2545715">
                <a:moveTo>
                  <a:pt x="18228890" y="2545173"/>
                </a:moveTo>
                <a:lnTo>
                  <a:pt x="0" y="2545173"/>
                </a:lnTo>
                <a:lnTo>
                  <a:pt x="0" y="253884"/>
                </a:lnTo>
                <a:lnTo>
                  <a:pt x="22507" y="216266"/>
                </a:lnTo>
                <a:lnTo>
                  <a:pt x="50902" y="177911"/>
                </a:lnTo>
                <a:lnTo>
                  <a:pt x="83171" y="142280"/>
                </a:lnTo>
                <a:lnTo>
                  <a:pt x="118802" y="110011"/>
                </a:lnTo>
                <a:lnTo>
                  <a:pt x="157158" y="81616"/>
                </a:lnTo>
                <a:lnTo>
                  <a:pt x="197919" y="57227"/>
                </a:lnTo>
                <a:lnTo>
                  <a:pt x="240768" y="36977"/>
                </a:lnTo>
                <a:lnTo>
                  <a:pt x="285386" y="20997"/>
                </a:lnTo>
                <a:lnTo>
                  <a:pt x="331453" y="9420"/>
                </a:lnTo>
                <a:lnTo>
                  <a:pt x="378653" y="2377"/>
                </a:lnTo>
                <a:lnTo>
                  <a:pt x="426666" y="0"/>
                </a:lnTo>
                <a:lnTo>
                  <a:pt x="17743117" y="0"/>
                </a:lnTo>
                <a:lnTo>
                  <a:pt x="17791129" y="2377"/>
                </a:lnTo>
                <a:lnTo>
                  <a:pt x="17838329" y="9420"/>
                </a:lnTo>
                <a:lnTo>
                  <a:pt x="17884396" y="20997"/>
                </a:lnTo>
                <a:lnTo>
                  <a:pt x="17929014" y="36977"/>
                </a:lnTo>
                <a:lnTo>
                  <a:pt x="17971863" y="57227"/>
                </a:lnTo>
                <a:lnTo>
                  <a:pt x="18012624" y="81616"/>
                </a:lnTo>
                <a:lnTo>
                  <a:pt x="18050979" y="110011"/>
                </a:lnTo>
                <a:lnTo>
                  <a:pt x="18086610" y="142280"/>
                </a:lnTo>
                <a:lnTo>
                  <a:pt x="18118880" y="177911"/>
                </a:lnTo>
                <a:lnTo>
                  <a:pt x="18147275" y="216266"/>
                </a:lnTo>
                <a:lnTo>
                  <a:pt x="18171664" y="257028"/>
                </a:lnTo>
                <a:lnTo>
                  <a:pt x="18191914" y="299877"/>
                </a:lnTo>
                <a:lnTo>
                  <a:pt x="18207893" y="344494"/>
                </a:lnTo>
                <a:lnTo>
                  <a:pt x="18219470" y="390562"/>
                </a:lnTo>
                <a:lnTo>
                  <a:pt x="18226513" y="437762"/>
                </a:lnTo>
                <a:lnTo>
                  <a:pt x="18228890" y="485774"/>
                </a:lnTo>
                <a:lnTo>
                  <a:pt x="18228890" y="2545173"/>
                </a:lnTo>
                <a:close/>
              </a:path>
            </a:pathLst>
          </a:custGeom>
          <a:solidFill>
            <a:srgbClr val="DBE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0F1B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8FA3C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0F1B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0F1B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24990" y="761387"/>
            <a:ext cx="9041130" cy="1377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0F1B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478" y="2683770"/>
            <a:ext cx="9841865" cy="663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8FA3C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41119" y="630514"/>
              <a:ext cx="1463675" cy="589280"/>
            </a:xfrm>
            <a:custGeom>
              <a:avLst/>
              <a:gdLst/>
              <a:ahLst/>
              <a:cxnLst/>
              <a:rect l="l" t="t" r="r" b="b"/>
              <a:pathLst>
                <a:path w="1463675" h="589280">
                  <a:moveTo>
                    <a:pt x="1169556" y="588931"/>
                  </a:moveTo>
                  <a:lnTo>
                    <a:pt x="294465" y="588931"/>
                  </a:lnTo>
                  <a:lnTo>
                    <a:pt x="246701" y="585077"/>
                  </a:lnTo>
                  <a:lnTo>
                    <a:pt x="201391" y="573919"/>
                  </a:lnTo>
                  <a:lnTo>
                    <a:pt x="159141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4" y="468373"/>
                  </a:lnTo>
                  <a:lnTo>
                    <a:pt x="32867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7" y="159141"/>
                  </a:lnTo>
                  <a:lnTo>
                    <a:pt x="56814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1" y="32867"/>
                  </a:lnTo>
                  <a:lnTo>
                    <a:pt x="201391" y="15012"/>
                  </a:lnTo>
                  <a:lnTo>
                    <a:pt x="246701" y="3854"/>
                  </a:lnTo>
                  <a:lnTo>
                    <a:pt x="294465" y="0"/>
                  </a:lnTo>
                  <a:lnTo>
                    <a:pt x="1169556" y="0"/>
                  </a:lnTo>
                  <a:lnTo>
                    <a:pt x="1217320" y="3854"/>
                  </a:lnTo>
                  <a:lnTo>
                    <a:pt x="1262630" y="15012"/>
                  </a:lnTo>
                  <a:lnTo>
                    <a:pt x="1304880" y="32867"/>
                  </a:lnTo>
                  <a:lnTo>
                    <a:pt x="1343464" y="56814"/>
                  </a:lnTo>
                  <a:lnTo>
                    <a:pt x="1377775" y="86247"/>
                  </a:lnTo>
                  <a:lnTo>
                    <a:pt x="1407207" y="120558"/>
                  </a:lnTo>
                  <a:lnTo>
                    <a:pt x="1431154" y="159141"/>
                  </a:lnTo>
                  <a:lnTo>
                    <a:pt x="1449010" y="201391"/>
                  </a:lnTo>
                  <a:lnTo>
                    <a:pt x="1460168" y="246701"/>
                  </a:lnTo>
                  <a:lnTo>
                    <a:pt x="1463127" y="283373"/>
                  </a:lnTo>
                  <a:lnTo>
                    <a:pt x="1463127" y="305558"/>
                  </a:lnTo>
                  <a:lnTo>
                    <a:pt x="1449010" y="387539"/>
                  </a:lnTo>
                  <a:lnTo>
                    <a:pt x="1431154" y="429789"/>
                  </a:lnTo>
                  <a:lnTo>
                    <a:pt x="1407207" y="468373"/>
                  </a:lnTo>
                  <a:lnTo>
                    <a:pt x="1377775" y="502684"/>
                  </a:lnTo>
                  <a:lnTo>
                    <a:pt x="1343464" y="532116"/>
                  </a:lnTo>
                  <a:lnTo>
                    <a:pt x="1304880" y="556063"/>
                  </a:lnTo>
                  <a:lnTo>
                    <a:pt x="1262630" y="573919"/>
                  </a:lnTo>
                  <a:lnTo>
                    <a:pt x="1217320" y="585077"/>
                  </a:lnTo>
                  <a:lnTo>
                    <a:pt x="1169556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679018" y="0"/>
            <a:ext cx="3609340" cy="10287000"/>
            <a:chOff x="14679018" y="0"/>
            <a:chExt cx="3609340" cy="10287000"/>
          </a:xfrm>
        </p:grpSpPr>
        <p:sp>
          <p:nvSpPr>
            <p:cNvPr id="6" name="object 6"/>
            <p:cNvSpPr/>
            <p:nvPr/>
          </p:nvSpPr>
          <p:spPr>
            <a:xfrm>
              <a:off x="14679018" y="0"/>
              <a:ext cx="3609340" cy="10287000"/>
            </a:xfrm>
            <a:custGeom>
              <a:avLst/>
              <a:gdLst/>
              <a:ahLst/>
              <a:cxnLst/>
              <a:rect l="l" t="t" r="r" b="b"/>
              <a:pathLst>
                <a:path w="3609340" h="10287000">
                  <a:moveTo>
                    <a:pt x="3608980" y="10286999"/>
                  </a:moveTo>
                  <a:lnTo>
                    <a:pt x="485774" y="10286999"/>
                  </a:lnTo>
                  <a:lnTo>
                    <a:pt x="437761" y="10284622"/>
                  </a:lnTo>
                  <a:lnTo>
                    <a:pt x="390562" y="10277579"/>
                  </a:lnTo>
                  <a:lnTo>
                    <a:pt x="344494" y="10266001"/>
                  </a:lnTo>
                  <a:lnTo>
                    <a:pt x="299876" y="10250022"/>
                  </a:lnTo>
                  <a:lnTo>
                    <a:pt x="257027" y="10229772"/>
                  </a:lnTo>
                  <a:lnTo>
                    <a:pt x="216266" y="10205384"/>
                  </a:lnTo>
                  <a:lnTo>
                    <a:pt x="177910" y="10176989"/>
                  </a:lnTo>
                  <a:lnTo>
                    <a:pt x="142279" y="10144719"/>
                  </a:lnTo>
                  <a:lnTo>
                    <a:pt x="110010" y="10109088"/>
                  </a:lnTo>
                  <a:lnTo>
                    <a:pt x="81615" y="10070732"/>
                  </a:lnTo>
                  <a:lnTo>
                    <a:pt x="57227" y="10029971"/>
                  </a:lnTo>
                  <a:lnTo>
                    <a:pt x="36977" y="9987122"/>
                  </a:lnTo>
                  <a:lnTo>
                    <a:pt x="20997" y="9942505"/>
                  </a:lnTo>
                  <a:lnTo>
                    <a:pt x="9420" y="9896437"/>
                  </a:lnTo>
                  <a:lnTo>
                    <a:pt x="2377" y="9849237"/>
                  </a:lnTo>
                  <a:lnTo>
                    <a:pt x="0" y="9801224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0"/>
                  </a:lnTo>
                  <a:lnTo>
                    <a:pt x="177910" y="110010"/>
                  </a:lnTo>
                  <a:lnTo>
                    <a:pt x="216266" y="81615"/>
                  </a:lnTo>
                  <a:lnTo>
                    <a:pt x="257027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1" y="2377"/>
                  </a:lnTo>
                  <a:lnTo>
                    <a:pt x="485774" y="0"/>
                  </a:lnTo>
                  <a:lnTo>
                    <a:pt x="3608980" y="0"/>
                  </a:lnTo>
                  <a:lnTo>
                    <a:pt x="3608980" y="1028699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736416" y="677760"/>
              <a:ext cx="523875" cy="443865"/>
            </a:xfrm>
            <a:custGeom>
              <a:avLst/>
              <a:gdLst/>
              <a:ahLst/>
              <a:cxnLst/>
              <a:rect l="l" t="t" r="r" b="b"/>
              <a:pathLst>
                <a:path w="523875" h="443865">
                  <a:moveTo>
                    <a:pt x="523875" y="369735"/>
                  </a:moveTo>
                  <a:lnTo>
                    <a:pt x="0" y="369735"/>
                  </a:lnTo>
                  <a:lnTo>
                    <a:pt x="0" y="443369"/>
                  </a:lnTo>
                  <a:lnTo>
                    <a:pt x="523875" y="443369"/>
                  </a:lnTo>
                  <a:lnTo>
                    <a:pt x="523875" y="369735"/>
                  </a:lnTo>
                  <a:close/>
                </a:path>
                <a:path w="523875" h="443865">
                  <a:moveTo>
                    <a:pt x="523875" y="184873"/>
                  </a:moveTo>
                  <a:lnTo>
                    <a:pt x="0" y="184873"/>
                  </a:lnTo>
                  <a:lnTo>
                    <a:pt x="0" y="258495"/>
                  </a:lnTo>
                  <a:lnTo>
                    <a:pt x="523875" y="258495"/>
                  </a:lnTo>
                  <a:lnTo>
                    <a:pt x="523875" y="184873"/>
                  </a:lnTo>
                  <a:close/>
                </a:path>
                <a:path w="523875" h="443865">
                  <a:moveTo>
                    <a:pt x="523875" y="0"/>
                  </a:moveTo>
                  <a:lnTo>
                    <a:pt x="0" y="0"/>
                  </a:lnTo>
                  <a:lnTo>
                    <a:pt x="0" y="73634"/>
                  </a:lnTo>
                  <a:lnTo>
                    <a:pt x="523875" y="73634"/>
                  </a:lnTo>
                  <a:lnTo>
                    <a:pt x="523875" y="0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01109" y="5861191"/>
            <a:ext cx="10041255" cy="3369945"/>
          </a:xfrm>
          <a:custGeom>
            <a:avLst/>
            <a:gdLst/>
            <a:ahLst/>
            <a:cxnLst/>
            <a:rect l="l" t="t" r="r" b="b"/>
            <a:pathLst>
              <a:path w="10041255" h="3369945">
                <a:moveTo>
                  <a:pt x="9554866" y="3369655"/>
                </a:moveTo>
                <a:lnTo>
                  <a:pt x="485774" y="3369655"/>
                </a:lnTo>
                <a:lnTo>
                  <a:pt x="437762" y="3367278"/>
                </a:lnTo>
                <a:lnTo>
                  <a:pt x="390562" y="3360235"/>
                </a:lnTo>
                <a:lnTo>
                  <a:pt x="344494" y="3348657"/>
                </a:lnTo>
                <a:lnTo>
                  <a:pt x="299876" y="3332677"/>
                </a:lnTo>
                <a:lnTo>
                  <a:pt x="257028" y="3312427"/>
                </a:lnTo>
                <a:lnTo>
                  <a:pt x="216266" y="3288039"/>
                </a:lnTo>
                <a:lnTo>
                  <a:pt x="177911" y="3259644"/>
                </a:lnTo>
                <a:lnTo>
                  <a:pt x="142280" y="3227374"/>
                </a:lnTo>
                <a:lnTo>
                  <a:pt x="110010" y="3191743"/>
                </a:lnTo>
                <a:lnTo>
                  <a:pt x="81615" y="3153388"/>
                </a:lnTo>
                <a:lnTo>
                  <a:pt x="57227" y="3112626"/>
                </a:lnTo>
                <a:lnTo>
                  <a:pt x="36977" y="3069778"/>
                </a:lnTo>
                <a:lnTo>
                  <a:pt x="20997" y="3025160"/>
                </a:lnTo>
                <a:lnTo>
                  <a:pt x="9420" y="2979092"/>
                </a:lnTo>
                <a:lnTo>
                  <a:pt x="2377" y="2931893"/>
                </a:lnTo>
                <a:lnTo>
                  <a:pt x="0" y="2883880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9554866" y="0"/>
                </a:lnTo>
                <a:lnTo>
                  <a:pt x="9602879" y="2377"/>
                </a:lnTo>
                <a:lnTo>
                  <a:pt x="9650079" y="9420"/>
                </a:lnTo>
                <a:lnTo>
                  <a:pt x="9696146" y="20997"/>
                </a:lnTo>
                <a:lnTo>
                  <a:pt x="9740764" y="36977"/>
                </a:lnTo>
                <a:lnTo>
                  <a:pt x="9783613" y="57227"/>
                </a:lnTo>
                <a:lnTo>
                  <a:pt x="9824374" y="81615"/>
                </a:lnTo>
                <a:lnTo>
                  <a:pt x="9862730" y="110010"/>
                </a:lnTo>
                <a:lnTo>
                  <a:pt x="9898360" y="142280"/>
                </a:lnTo>
                <a:lnTo>
                  <a:pt x="9930630" y="177911"/>
                </a:lnTo>
                <a:lnTo>
                  <a:pt x="9959025" y="216266"/>
                </a:lnTo>
                <a:lnTo>
                  <a:pt x="9983413" y="257028"/>
                </a:lnTo>
                <a:lnTo>
                  <a:pt x="10003663" y="299876"/>
                </a:lnTo>
                <a:lnTo>
                  <a:pt x="10019643" y="344494"/>
                </a:lnTo>
                <a:lnTo>
                  <a:pt x="10031220" y="390562"/>
                </a:lnTo>
                <a:lnTo>
                  <a:pt x="10038264" y="437762"/>
                </a:lnTo>
                <a:lnTo>
                  <a:pt x="10040641" y="485774"/>
                </a:lnTo>
                <a:lnTo>
                  <a:pt x="10040641" y="2883880"/>
                </a:lnTo>
                <a:lnTo>
                  <a:pt x="10038264" y="2931893"/>
                </a:lnTo>
                <a:lnTo>
                  <a:pt x="10031220" y="2979092"/>
                </a:lnTo>
                <a:lnTo>
                  <a:pt x="10019643" y="3025160"/>
                </a:lnTo>
                <a:lnTo>
                  <a:pt x="10003663" y="3069778"/>
                </a:lnTo>
                <a:lnTo>
                  <a:pt x="9983413" y="3112626"/>
                </a:lnTo>
                <a:lnTo>
                  <a:pt x="9959025" y="3153388"/>
                </a:lnTo>
                <a:lnTo>
                  <a:pt x="9930630" y="3191743"/>
                </a:lnTo>
                <a:lnTo>
                  <a:pt x="9898360" y="3227374"/>
                </a:lnTo>
                <a:lnTo>
                  <a:pt x="9862730" y="3259644"/>
                </a:lnTo>
                <a:lnTo>
                  <a:pt x="9824374" y="3288039"/>
                </a:lnTo>
                <a:lnTo>
                  <a:pt x="9783613" y="3312427"/>
                </a:lnTo>
                <a:lnTo>
                  <a:pt x="9740764" y="3332677"/>
                </a:lnTo>
                <a:lnTo>
                  <a:pt x="9696146" y="3348657"/>
                </a:lnTo>
                <a:lnTo>
                  <a:pt x="9650079" y="3360235"/>
                </a:lnTo>
                <a:lnTo>
                  <a:pt x="9602879" y="3367278"/>
                </a:lnTo>
                <a:lnTo>
                  <a:pt x="9554866" y="3369655"/>
                </a:lnTo>
                <a:close/>
              </a:path>
            </a:pathLst>
          </a:custGeom>
          <a:solidFill>
            <a:srgbClr val="8FA3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7270" y="6586394"/>
            <a:ext cx="9608185" cy="183515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9"/>
              </a:spcBef>
            </a:pPr>
            <a:r>
              <a:rPr sz="2050" spc="120" dirty="0">
                <a:solidFill>
                  <a:srgbClr val="FFFFFF"/>
                </a:solidFill>
                <a:latin typeface="Verdana"/>
                <a:cs typeface="Verdana"/>
              </a:rPr>
              <a:t>NAME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10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45" dirty="0">
                <a:solidFill>
                  <a:srgbClr val="FFFFFF"/>
                </a:solidFill>
                <a:latin typeface="Verdana"/>
                <a:cs typeface="Verdana"/>
              </a:rPr>
              <a:t>PRESENTER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9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50" spc="-1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OJASWI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90" dirty="0">
                <a:solidFill>
                  <a:srgbClr val="FFFFFF"/>
                </a:solidFill>
                <a:latin typeface="Verdana"/>
                <a:cs typeface="Verdana"/>
              </a:rPr>
              <a:t>AMBARE</a:t>
            </a:r>
            <a:endParaRPr sz="2050" dirty="0">
              <a:latin typeface="Verdana"/>
              <a:cs typeface="Verdana"/>
            </a:endParaRPr>
          </a:p>
          <a:p>
            <a:pPr marL="12700" marR="5080" algn="ctr">
              <a:lnSpc>
                <a:spcPts val="2850"/>
              </a:lnSpc>
              <a:spcBef>
                <a:spcPts val="160"/>
              </a:spcBef>
            </a:pPr>
            <a:r>
              <a:rPr sz="2050" spc="-120" dirty="0">
                <a:solidFill>
                  <a:srgbClr val="FFFFFF"/>
                </a:solidFill>
                <a:latin typeface="Verdana"/>
                <a:cs typeface="Verdana"/>
              </a:rPr>
              <a:t>(G.H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Verdana"/>
                <a:cs typeface="Verdana"/>
              </a:rPr>
              <a:t>RAISONI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45" dirty="0">
                <a:solidFill>
                  <a:srgbClr val="FFFFFF"/>
                </a:solidFill>
                <a:latin typeface="Verdana"/>
                <a:cs typeface="Verdana"/>
              </a:rPr>
              <a:t>COLLEGE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10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ENGINEERING,NAGPUR,MAHARASHTRA</a:t>
            </a:r>
            <a:r>
              <a:rPr sz="205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20" dirty="0">
                <a:solidFill>
                  <a:srgbClr val="FFFFFF"/>
                </a:solidFill>
                <a:latin typeface="Verdana"/>
                <a:cs typeface="Verdana"/>
              </a:rPr>
              <a:t>[5TH 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SEM</a:t>
            </a:r>
            <a:r>
              <a:rPr sz="20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75" dirty="0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sz="20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BRANCH])</a:t>
            </a:r>
            <a:endParaRPr sz="2050" dirty="0">
              <a:latin typeface="Verdana"/>
              <a:cs typeface="Verdana"/>
            </a:endParaRPr>
          </a:p>
          <a:p>
            <a:pPr marL="2534285" marR="2526665" algn="ctr">
              <a:lnSpc>
                <a:spcPts val="2850"/>
              </a:lnSpc>
              <a:tabLst>
                <a:tab pos="3863340" algn="l"/>
              </a:tabLst>
            </a:pPr>
            <a:r>
              <a:rPr sz="2050" spc="65" dirty="0">
                <a:solidFill>
                  <a:srgbClr val="FFFFFF"/>
                </a:solidFill>
                <a:latin typeface="Verdana"/>
                <a:cs typeface="Verdana"/>
              </a:rPr>
              <a:t>MENTOR</a:t>
            </a:r>
            <a:r>
              <a:rPr sz="2050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2050" spc="120" dirty="0">
                <a:solidFill>
                  <a:srgbClr val="FFFFFF"/>
                </a:solidFill>
                <a:latin typeface="Verdana"/>
                <a:cs typeface="Verdana"/>
              </a:rPr>
              <a:t>NAME</a:t>
            </a:r>
            <a:r>
              <a:rPr sz="205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495" dirty="0">
                <a:solidFill>
                  <a:srgbClr val="FFFFFF"/>
                </a:solidFill>
                <a:latin typeface="Verdana"/>
                <a:cs typeface="Verdana"/>
              </a:rPr>
              <a:t>: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30" dirty="0">
                <a:solidFill>
                  <a:srgbClr val="FFFFFF"/>
                </a:solidFill>
                <a:latin typeface="Verdana"/>
                <a:cs typeface="Verdana"/>
              </a:rPr>
              <a:t>ANKIT</a:t>
            </a:r>
            <a:r>
              <a:rPr sz="2050" spc="-1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PATHAK </a:t>
            </a:r>
            <a:r>
              <a:rPr sz="2050" spc="-70" dirty="0">
                <a:solidFill>
                  <a:srgbClr val="FFFFFF"/>
                </a:solidFill>
                <a:latin typeface="Verdana"/>
                <a:cs typeface="Verdana"/>
              </a:rPr>
              <a:t>(INFOSYS</a:t>
            </a:r>
            <a:r>
              <a:rPr sz="205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Verdana"/>
                <a:cs typeface="Verdana"/>
              </a:rPr>
              <a:t>INTERNSHIP</a:t>
            </a:r>
            <a:r>
              <a:rPr sz="205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50" spc="45" dirty="0">
                <a:solidFill>
                  <a:srgbClr val="FFFFFF"/>
                </a:solidFill>
                <a:latin typeface="Verdana"/>
                <a:cs typeface="Verdana"/>
              </a:rPr>
              <a:t>PROGRAM)</a:t>
            </a:r>
            <a:endParaRPr sz="20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6190" y="2168388"/>
            <a:ext cx="10700385" cy="253365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589280" marR="5080">
              <a:lnSpc>
                <a:spcPct val="74500"/>
              </a:lnSpc>
              <a:spcBef>
                <a:spcPts val="1550"/>
              </a:spcBef>
              <a:tabLst>
                <a:tab pos="3725545" algn="l"/>
                <a:tab pos="6631305" algn="l"/>
                <a:tab pos="8154034" algn="l"/>
              </a:tabLst>
            </a:pPr>
            <a:r>
              <a:rPr sz="4700" b="1" spc="-10" dirty="0">
                <a:solidFill>
                  <a:srgbClr val="0F1B40"/>
                </a:solidFill>
                <a:latin typeface="Tahoma"/>
                <a:cs typeface="Tahoma"/>
              </a:rPr>
              <a:t>SafteyEye</a:t>
            </a:r>
            <a:r>
              <a:rPr sz="4700" b="1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4700" b="1" spc="-475" dirty="0">
                <a:solidFill>
                  <a:srgbClr val="0F1B40"/>
                </a:solidFill>
                <a:latin typeface="Tahoma"/>
                <a:cs typeface="Tahoma"/>
              </a:rPr>
              <a:t>AI-</a:t>
            </a:r>
            <a:r>
              <a:rPr sz="4700" b="1" spc="-10" dirty="0">
                <a:solidFill>
                  <a:srgbClr val="0F1B40"/>
                </a:solidFill>
                <a:latin typeface="Tahoma"/>
                <a:cs typeface="Tahoma"/>
              </a:rPr>
              <a:t>Based</a:t>
            </a:r>
            <a:r>
              <a:rPr sz="4700" b="1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4700" b="1" spc="70" dirty="0">
                <a:solidFill>
                  <a:srgbClr val="0F1B40"/>
                </a:solidFill>
                <a:latin typeface="Tahoma"/>
                <a:cs typeface="Tahoma"/>
              </a:rPr>
              <a:t>PPE</a:t>
            </a:r>
            <a:r>
              <a:rPr sz="4700" b="1" dirty="0">
                <a:solidFill>
                  <a:srgbClr val="0F1B40"/>
                </a:solidFill>
                <a:latin typeface="Tahoma"/>
                <a:cs typeface="Tahoma"/>
              </a:rPr>
              <a:t>	</a:t>
            </a:r>
            <a:r>
              <a:rPr sz="4700" b="1" spc="-125" dirty="0">
                <a:solidFill>
                  <a:srgbClr val="0F1B40"/>
                </a:solidFill>
                <a:latin typeface="Tahoma"/>
                <a:cs typeface="Tahoma"/>
              </a:rPr>
              <a:t>Violation </a:t>
            </a:r>
            <a:r>
              <a:rPr sz="4700" b="1" spc="-85" dirty="0">
                <a:solidFill>
                  <a:srgbClr val="0F1B40"/>
                </a:solidFill>
                <a:latin typeface="Tahoma"/>
                <a:cs typeface="Tahoma"/>
              </a:rPr>
              <a:t>Detection</a:t>
            </a:r>
            <a:r>
              <a:rPr sz="4700" b="1" spc="-51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4700" b="1" spc="-10" dirty="0">
                <a:solidFill>
                  <a:srgbClr val="0F1B40"/>
                </a:solidFill>
                <a:latin typeface="Tahoma"/>
                <a:cs typeface="Tahoma"/>
              </a:rPr>
              <a:t>System</a:t>
            </a:r>
            <a:endParaRPr sz="4700" dirty="0">
              <a:latin typeface="Tahoma"/>
              <a:cs typeface="Tahoma"/>
            </a:endParaRPr>
          </a:p>
          <a:p>
            <a:pPr marL="12700" marR="17145">
              <a:lnSpc>
                <a:spcPct val="116700"/>
              </a:lnSpc>
              <a:spcBef>
                <a:spcPts val="1490"/>
              </a:spcBef>
            </a:pPr>
            <a:r>
              <a:rPr sz="3000" spc="-220" dirty="0">
                <a:solidFill>
                  <a:srgbClr val="0F1B40"/>
                </a:solidFill>
                <a:latin typeface="Verdana"/>
                <a:cs typeface="Verdana"/>
              </a:rPr>
              <a:t>Real-</a:t>
            </a:r>
            <a:r>
              <a:rPr sz="3000" spc="-65" dirty="0">
                <a:solidFill>
                  <a:srgbClr val="0F1B40"/>
                </a:solidFill>
                <a:latin typeface="Verdana"/>
                <a:cs typeface="Verdana"/>
              </a:rPr>
              <a:t>time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110" dirty="0">
                <a:solidFill>
                  <a:srgbClr val="0F1B40"/>
                </a:solidFill>
                <a:latin typeface="Verdana"/>
                <a:cs typeface="Verdana"/>
              </a:rPr>
              <a:t>detection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85" dirty="0">
                <a:solidFill>
                  <a:srgbClr val="0F1B40"/>
                </a:solidFill>
                <a:latin typeface="Verdana"/>
                <a:cs typeface="Verdana"/>
              </a:rPr>
              <a:t>of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155" dirty="0">
                <a:solidFill>
                  <a:srgbClr val="0F1B40"/>
                </a:solidFill>
                <a:latin typeface="Verdana"/>
                <a:cs typeface="Verdana"/>
              </a:rPr>
              <a:t>helmet,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204" dirty="0">
                <a:solidFill>
                  <a:srgbClr val="0F1B40"/>
                </a:solidFill>
                <a:latin typeface="Verdana"/>
                <a:cs typeface="Verdana"/>
              </a:rPr>
              <a:t>mask,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40" dirty="0">
                <a:solidFill>
                  <a:srgbClr val="0F1B40"/>
                </a:solidFill>
                <a:latin typeface="Verdana"/>
                <a:cs typeface="Verdana"/>
              </a:rPr>
              <a:t>and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270" dirty="0">
                <a:solidFill>
                  <a:srgbClr val="0F1B40"/>
                </a:solidFill>
                <a:latin typeface="Verdana"/>
                <a:cs typeface="Verdana"/>
              </a:rPr>
              <a:t>safety-</a:t>
            </a:r>
            <a:r>
              <a:rPr sz="3000" spc="-204" dirty="0">
                <a:solidFill>
                  <a:srgbClr val="0F1B40"/>
                </a:solidFill>
                <a:latin typeface="Verdana"/>
                <a:cs typeface="Verdana"/>
              </a:rPr>
              <a:t>vest</a:t>
            </a:r>
            <a:r>
              <a:rPr sz="300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125" dirty="0">
                <a:solidFill>
                  <a:srgbClr val="0F1B40"/>
                </a:solidFill>
                <a:latin typeface="Verdana"/>
                <a:cs typeface="Verdana"/>
              </a:rPr>
              <a:t>violations </a:t>
            </a:r>
            <a:r>
              <a:rPr sz="3000" spc="-80" dirty="0">
                <a:solidFill>
                  <a:srgbClr val="0F1B40"/>
                </a:solidFill>
                <a:latin typeface="Verdana"/>
                <a:cs typeface="Verdana"/>
              </a:rPr>
              <a:t>using</a:t>
            </a:r>
            <a:r>
              <a:rPr sz="3000" spc="-59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F1B40"/>
                </a:solidFill>
                <a:latin typeface="Verdana"/>
                <a:cs typeface="Verdana"/>
              </a:rPr>
              <a:t>YOLOv8”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75231" y="4717175"/>
            <a:ext cx="2771140" cy="2771140"/>
          </a:xfrm>
          <a:custGeom>
            <a:avLst/>
            <a:gdLst/>
            <a:ahLst/>
            <a:cxnLst/>
            <a:rect l="l" t="t" r="r" b="b"/>
            <a:pathLst>
              <a:path w="2771140" h="2771140">
                <a:moveTo>
                  <a:pt x="1594596" y="2770754"/>
                </a:moveTo>
                <a:lnTo>
                  <a:pt x="1151794" y="2770754"/>
                </a:lnTo>
                <a:lnTo>
                  <a:pt x="1146368" y="2768413"/>
                </a:lnTo>
                <a:lnTo>
                  <a:pt x="1138282" y="2760327"/>
                </a:lnTo>
                <a:lnTo>
                  <a:pt x="1136048" y="2754795"/>
                </a:lnTo>
                <a:lnTo>
                  <a:pt x="1147219" y="1919409"/>
                </a:lnTo>
                <a:lnTo>
                  <a:pt x="586323" y="2524883"/>
                </a:lnTo>
                <a:lnTo>
                  <a:pt x="579621" y="2527011"/>
                </a:lnTo>
                <a:lnTo>
                  <a:pt x="568237" y="2525309"/>
                </a:lnTo>
                <a:lnTo>
                  <a:pt x="564407" y="2523500"/>
                </a:lnTo>
                <a:lnTo>
                  <a:pt x="559619" y="2518925"/>
                </a:lnTo>
                <a:lnTo>
                  <a:pt x="558342" y="2517436"/>
                </a:lnTo>
                <a:lnTo>
                  <a:pt x="557385" y="2515947"/>
                </a:lnTo>
                <a:lnTo>
                  <a:pt x="540189" y="2500134"/>
                </a:lnTo>
                <a:lnTo>
                  <a:pt x="239487" y="2213475"/>
                </a:lnTo>
                <a:lnTo>
                  <a:pt x="237146" y="2208156"/>
                </a:lnTo>
                <a:lnTo>
                  <a:pt x="236933" y="2196772"/>
                </a:lnTo>
                <a:lnTo>
                  <a:pt x="239168" y="2191240"/>
                </a:lnTo>
                <a:lnTo>
                  <a:pt x="827406" y="1592042"/>
                </a:lnTo>
                <a:lnTo>
                  <a:pt x="21171" y="1589489"/>
                </a:lnTo>
                <a:lnTo>
                  <a:pt x="12926" y="1587810"/>
                </a:lnTo>
                <a:lnTo>
                  <a:pt x="6197" y="1583238"/>
                </a:lnTo>
                <a:lnTo>
                  <a:pt x="1662" y="1576473"/>
                </a:lnTo>
                <a:lnTo>
                  <a:pt x="0" y="1568211"/>
                </a:lnTo>
                <a:lnTo>
                  <a:pt x="0" y="1226694"/>
                </a:lnTo>
                <a:lnTo>
                  <a:pt x="817831" y="1202862"/>
                </a:lnTo>
                <a:lnTo>
                  <a:pt x="247253" y="598345"/>
                </a:lnTo>
                <a:lnTo>
                  <a:pt x="243317" y="594622"/>
                </a:lnTo>
                <a:lnTo>
                  <a:pt x="240870" y="589408"/>
                </a:lnTo>
                <a:lnTo>
                  <a:pt x="240338" y="577493"/>
                </a:lnTo>
                <a:lnTo>
                  <a:pt x="242891" y="571428"/>
                </a:lnTo>
                <a:lnTo>
                  <a:pt x="580365" y="262680"/>
                </a:lnTo>
                <a:lnTo>
                  <a:pt x="586004" y="260552"/>
                </a:lnTo>
                <a:lnTo>
                  <a:pt x="597282" y="261297"/>
                </a:lnTo>
                <a:lnTo>
                  <a:pt x="602601" y="263850"/>
                </a:lnTo>
                <a:lnTo>
                  <a:pt x="1160944" y="894008"/>
                </a:lnTo>
                <a:lnTo>
                  <a:pt x="1172540" y="20959"/>
                </a:lnTo>
                <a:lnTo>
                  <a:pt x="1174279" y="12791"/>
                </a:lnTo>
                <a:lnTo>
                  <a:pt x="1178871" y="6130"/>
                </a:lnTo>
                <a:lnTo>
                  <a:pt x="1185617" y="1644"/>
                </a:lnTo>
                <a:lnTo>
                  <a:pt x="1193819" y="0"/>
                </a:lnTo>
                <a:lnTo>
                  <a:pt x="1552677" y="0"/>
                </a:lnTo>
                <a:lnTo>
                  <a:pt x="1584595" y="820917"/>
                </a:lnTo>
                <a:lnTo>
                  <a:pt x="1659175" y="744847"/>
                </a:lnTo>
                <a:lnTo>
                  <a:pt x="2214539" y="273000"/>
                </a:lnTo>
                <a:lnTo>
                  <a:pt x="2221842" y="268936"/>
                </a:lnTo>
                <a:lnTo>
                  <a:pt x="2229873" y="268013"/>
                </a:lnTo>
                <a:lnTo>
                  <a:pt x="2237684" y="270142"/>
                </a:lnTo>
                <a:lnTo>
                  <a:pt x="2244329" y="275234"/>
                </a:lnTo>
                <a:lnTo>
                  <a:pt x="2480625" y="545362"/>
                </a:lnTo>
                <a:lnTo>
                  <a:pt x="2484785" y="552605"/>
                </a:lnTo>
                <a:lnTo>
                  <a:pt x="2485824" y="560616"/>
                </a:lnTo>
                <a:lnTo>
                  <a:pt x="2483811" y="568448"/>
                </a:lnTo>
                <a:lnTo>
                  <a:pt x="2478816" y="575152"/>
                </a:lnTo>
                <a:lnTo>
                  <a:pt x="1947071" y="1054340"/>
                </a:lnTo>
                <a:lnTo>
                  <a:pt x="1918625" y="1085765"/>
                </a:lnTo>
                <a:lnTo>
                  <a:pt x="1813656" y="1199777"/>
                </a:lnTo>
                <a:lnTo>
                  <a:pt x="2755115" y="1196798"/>
                </a:lnTo>
                <a:lnTo>
                  <a:pt x="2760434" y="1199032"/>
                </a:lnTo>
                <a:lnTo>
                  <a:pt x="2768520" y="1207011"/>
                </a:lnTo>
                <a:lnTo>
                  <a:pt x="2770754" y="1212437"/>
                </a:lnTo>
                <a:lnTo>
                  <a:pt x="2770754" y="1582573"/>
                </a:lnTo>
                <a:lnTo>
                  <a:pt x="2768520" y="1587999"/>
                </a:lnTo>
                <a:lnTo>
                  <a:pt x="2764477" y="1592042"/>
                </a:lnTo>
                <a:lnTo>
                  <a:pt x="2760541" y="1595979"/>
                </a:lnTo>
                <a:lnTo>
                  <a:pt x="2755434" y="1598107"/>
                </a:lnTo>
                <a:lnTo>
                  <a:pt x="2749582" y="1598213"/>
                </a:lnTo>
                <a:lnTo>
                  <a:pt x="1782164" y="1595127"/>
                </a:lnTo>
                <a:lnTo>
                  <a:pt x="1793867" y="1608426"/>
                </a:lnTo>
                <a:lnTo>
                  <a:pt x="2470943" y="2229966"/>
                </a:lnTo>
                <a:lnTo>
                  <a:pt x="2475858" y="2236715"/>
                </a:lnTo>
                <a:lnTo>
                  <a:pt x="2477792" y="2244541"/>
                </a:lnTo>
                <a:lnTo>
                  <a:pt x="2476673" y="2252527"/>
                </a:lnTo>
                <a:lnTo>
                  <a:pt x="2472432" y="2259755"/>
                </a:lnTo>
                <a:lnTo>
                  <a:pt x="2233903" y="2527968"/>
                </a:lnTo>
                <a:lnTo>
                  <a:pt x="2227213" y="2533027"/>
                </a:lnTo>
                <a:lnTo>
                  <a:pt x="2219407" y="2535083"/>
                </a:lnTo>
                <a:lnTo>
                  <a:pt x="2211401" y="2534087"/>
                </a:lnTo>
                <a:lnTo>
                  <a:pt x="2204113" y="2529990"/>
                </a:lnTo>
                <a:lnTo>
                  <a:pt x="1600341" y="2009948"/>
                </a:lnTo>
                <a:lnTo>
                  <a:pt x="1610129" y="2754795"/>
                </a:lnTo>
                <a:lnTo>
                  <a:pt x="1608001" y="2760327"/>
                </a:lnTo>
                <a:lnTo>
                  <a:pt x="1600022" y="2768520"/>
                </a:lnTo>
                <a:lnTo>
                  <a:pt x="1594596" y="2770754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3878918" y="3700555"/>
            <a:ext cx="2160905" cy="2160905"/>
            <a:chOff x="13878918" y="3700555"/>
            <a:chExt cx="2160905" cy="2160905"/>
          </a:xfrm>
        </p:grpSpPr>
        <p:sp>
          <p:nvSpPr>
            <p:cNvPr id="13" name="object 13"/>
            <p:cNvSpPr/>
            <p:nvPr/>
          </p:nvSpPr>
          <p:spPr>
            <a:xfrm>
              <a:off x="13878918" y="3700555"/>
              <a:ext cx="2160905" cy="2160905"/>
            </a:xfrm>
            <a:custGeom>
              <a:avLst/>
              <a:gdLst/>
              <a:ahLst/>
              <a:cxnLst/>
              <a:rect l="l" t="t" r="r" b="b"/>
              <a:pathLst>
                <a:path w="2160905" h="2160904">
                  <a:moveTo>
                    <a:pt x="1080269" y="2160537"/>
                  </a:moveTo>
                  <a:lnTo>
                    <a:pt x="1032148" y="2159485"/>
                  </a:lnTo>
                  <a:lnTo>
                    <a:pt x="984568" y="2156356"/>
                  </a:lnTo>
                  <a:lnTo>
                    <a:pt x="937570" y="2151196"/>
                  </a:lnTo>
                  <a:lnTo>
                    <a:pt x="891200" y="2144048"/>
                  </a:lnTo>
                  <a:lnTo>
                    <a:pt x="845500" y="2134955"/>
                  </a:lnTo>
                  <a:lnTo>
                    <a:pt x="800514" y="2123963"/>
                  </a:lnTo>
                  <a:lnTo>
                    <a:pt x="756288" y="2111114"/>
                  </a:lnTo>
                  <a:lnTo>
                    <a:pt x="712863" y="2096453"/>
                  </a:lnTo>
                  <a:lnTo>
                    <a:pt x="670285" y="2080023"/>
                  </a:lnTo>
                  <a:lnTo>
                    <a:pt x="628598" y="2061869"/>
                  </a:lnTo>
                  <a:lnTo>
                    <a:pt x="587844" y="2042034"/>
                  </a:lnTo>
                  <a:lnTo>
                    <a:pt x="548069" y="2020562"/>
                  </a:lnTo>
                  <a:lnTo>
                    <a:pt x="509316" y="1997498"/>
                  </a:lnTo>
                  <a:lnTo>
                    <a:pt x="471628" y="1972885"/>
                  </a:lnTo>
                  <a:lnTo>
                    <a:pt x="435051" y="1946766"/>
                  </a:lnTo>
                  <a:lnTo>
                    <a:pt x="399627" y="1919187"/>
                  </a:lnTo>
                  <a:lnTo>
                    <a:pt x="365400" y="1890190"/>
                  </a:lnTo>
                  <a:lnTo>
                    <a:pt x="332416" y="1859820"/>
                  </a:lnTo>
                  <a:lnTo>
                    <a:pt x="300716" y="1828121"/>
                  </a:lnTo>
                  <a:lnTo>
                    <a:pt x="270347" y="1795136"/>
                  </a:lnTo>
                  <a:lnTo>
                    <a:pt x="241350" y="1760910"/>
                  </a:lnTo>
                  <a:lnTo>
                    <a:pt x="213770" y="1725486"/>
                  </a:lnTo>
                  <a:lnTo>
                    <a:pt x="187652" y="1688909"/>
                  </a:lnTo>
                  <a:lnTo>
                    <a:pt x="163039" y="1651221"/>
                  </a:lnTo>
                  <a:lnTo>
                    <a:pt x="139974" y="1612468"/>
                  </a:lnTo>
                  <a:lnTo>
                    <a:pt x="118503" y="1572692"/>
                  </a:lnTo>
                  <a:lnTo>
                    <a:pt x="98668" y="1531939"/>
                  </a:lnTo>
                  <a:lnTo>
                    <a:pt x="80514" y="1490251"/>
                  </a:lnTo>
                  <a:lnTo>
                    <a:pt x="64084" y="1447673"/>
                  </a:lnTo>
                  <a:lnTo>
                    <a:pt x="49423" y="1404249"/>
                  </a:lnTo>
                  <a:lnTo>
                    <a:pt x="36574" y="1360022"/>
                  </a:lnTo>
                  <a:lnTo>
                    <a:pt x="25581" y="1315037"/>
                  </a:lnTo>
                  <a:lnTo>
                    <a:pt x="16489" y="1269337"/>
                  </a:lnTo>
                  <a:lnTo>
                    <a:pt x="9341" y="1222967"/>
                  </a:lnTo>
                  <a:lnTo>
                    <a:pt x="4180" y="1175969"/>
                  </a:lnTo>
                  <a:lnTo>
                    <a:pt x="1052" y="1128389"/>
                  </a:lnTo>
                  <a:lnTo>
                    <a:pt x="0" y="1080267"/>
                  </a:lnTo>
                  <a:lnTo>
                    <a:pt x="1052" y="1032148"/>
                  </a:lnTo>
                  <a:lnTo>
                    <a:pt x="4180" y="984568"/>
                  </a:lnTo>
                  <a:lnTo>
                    <a:pt x="9341" y="937570"/>
                  </a:lnTo>
                  <a:lnTo>
                    <a:pt x="16489" y="891200"/>
                  </a:lnTo>
                  <a:lnTo>
                    <a:pt x="25581" y="845500"/>
                  </a:lnTo>
                  <a:lnTo>
                    <a:pt x="36574" y="800514"/>
                  </a:lnTo>
                  <a:lnTo>
                    <a:pt x="49423" y="756288"/>
                  </a:lnTo>
                  <a:lnTo>
                    <a:pt x="64084" y="712863"/>
                  </a:lnTo>
                  <a:lnTo>
                    <a:pt x="80514" y="670285"/>
                  </a:lnTo>
                  <a:lnTo>
                    <a:pt x="98668" y="628598"/>
                  </a:lnTo>
                  <a:lnTo>
                    <a:pt x="118503" y="587844"/>
                  </a:lnTo>
                  <a:lnTo>
                    <a:pt x="139974" y="548069"/>
                  </a:lnTo>
                  <a:lnTo>
                    <a:pt x="163039" y="509316"/>
                  </a:lnTo>
                  <a:lnTo>
                    <a:pt x="187652" y="471628"/>
                  </a:lnTo>
                  <a:lnTo>
                    <a:pt x="213770" y="435051"/>
                  </a:lnTo>
                  <a:lnTo>
                    <a:pt x="241350" y="399627"/>
                  </a:lnTo>
                  <a:lnTo>
                    <a:pt x="270347" y="365400"/>
                  </a:lnTo>
                  <a:lnTo>
                    <a:pt x="300716" y="332416"/>
                  </a:lnTo>
                  <a:lnTo>
                    <a:pt x="332416" y="300716"/>
                  </a:lnTo>
                  <a:lnTo>
                    <a:pt x="365400" y="270347"/>
                  </a:lnTo>
                  <a:lnTo>
                    <a:pt x="399627" y="241350"/>
                  </a:lnTo>
                  <a:lnTo>
                    <a:pt x="435051" y="213770"/>
                  </a:lnTo>
                  <a:lnTo>
                    <a:pt x="471628" y="187652"/>
                  </a:lnTo>
                  <a:lnTo>
                    <a:pt x="509316" y="163039"/>
                  </a:lnTo>
                  <a:lnTo>
                    <a:pt x="548069" y="139974"/>
                  </a:lnTo>
                  <a:lnTo>
                    <a:pt x="587844" y="118503"/>
                  </a:lnTo>
                  <a:lnTo>
                    <a:pt x="628598" y="98668"/>
                  </a:lnTo>
                  <a:lnTo>
                    <a:pt x="670285" y="80514"/>
                  </a:lnTo>
                  <a:lnTo>
                    <a:pt x="712863" y="64084"/>
                  </a:lnTo>
                  <a:lnTo>
                    <a:pt x="756288" y="49423"/>
                  </a:lnTo>
                  <a:lnTo>
                    <a:pt x="800514" y="36574"/>
                  </a:lnTo>
                  <a:lnTo>
                    <a:pt x="845500" y="25581"/>
                  </a:lnTo>
                  <a:lnTo>
                    <a:pt x="891200" y="16489"/>
                  </a:lnTo>
                  <a:lnTo>
                    <a:pt x="937570" y="9341"/>
                  </a:lnTo>
                  <a:lnTo>
                    <a:pt x="984568" y="4180"/>
                  </a:lnTo>
                  <a:lnTo>
                    <a:pt x="1032148" y="1052"/>
                  </a:lnTo>
                  <a:lnTo>
                    <a:pt x="1080269" y="0"/>
                  </a:lnTo>
                  <a:lnTo>
                    <a:pt x="1128389" y="1052"/>
                  </a:lnTo>
                  <a:lnTo>
                    <a:pt x="1175969" y="4180"/>
                  </a:lnTo>
                  <a:lnTo>
                    <a:pt x="1222967" y="9341"/>
                  </a:lnTo>
                  <a:lnTo>
                    <a:pt x="1269337" y="16489"/>
                  </a:lnTo>
                  <a:lnTo>
                    <a:pt x="1315037" y="25581"/>
                  </a:lnTo>
                  <a:lnTo>
                    <a:pt x="1360022" y="36574"/>
                  </a:lnTo>
                  <a:lnTo>
                    <a:pt x="1404249" y="49423"/>
                  </a:lnTo>
                  <a:lnTo>
                    <a:pt x="1447673" y="64084"/>
                  </a:lnTo>
                  <a:lnTo>
                    <a:pt x="1490251" y="80514"/>
                  </a:lnTo>
                  <a:lnTo>
                    <a:pt x="1531939" y="98668"/>
                  </a:lnTo>
                  <a:lnTo>
                    <a:pt x="1572692" y="118503"/>
                  </a:lnTo>
                  <a:lnTo>
                    <a:pt x="1612468" y="139974"/>
                  </a:lnTo>
                  <a:lnTo>
                    <a:pt x="1651221" y="163039"/>
                  </a:lnTo>
                  <a:lnTo>
                    <a:pt x="1688909" y="187652"/>
                  </a:lnTo>
                  <a:lnTo>
                    <a:pt x="1725486" y="213770"/>
                  </a:lnTo>
                  <a:lnTo>
                    <a:pt x="1760910" y="241350"/>
                  </a:lnTo>
                  <a:lnTo>
                    <a:pt x="1795136" y="270347"/>
                  </a:lnTo>
                  <a:lnTo>
                    <a:pt x="1828121" y="300716"/>
                  </a:lnTo>
                  <a:lnTo>
                    <a:pt x="1859820" y="332416"/>
                  </a:lnTo>
                  <a:lnTo>
                    <a:pt x="1890190" y="365400"/>
                  </a:lnTo>
                  <a:lnTo>
                    <a:pt x="1919187" y="399627"/>
                  </a:lnTo>
                  <a:lnTo>
                    <a:pt x="1946766" y="435051"/>
                  </a:lnTo>
                  <a:lnTo>
                    <a:pt x="1972885" y="471628"/>
                  </a:lnTo>
                  <a:lnTo>
                    <a:pt x="1997498" y="509316"/>
                  </a:lnTo>
                  <a:lnTo>
                    <a:pt x="2020562" y="548069"/>
                  </a:lnTo>
                  <a:lnTo>
                    <a:pt x="2042034" y="587844"/>
                  </a:lnTo>
                  <a:lnTo>
                    <a:pt x="2061869" y="628598"/>
                  </a:lnTo>
                  <a:lnTo>
                    <a:pt x="2080023" y="670285"/>
                  </a:lnTo>
                  <a:lnTo>
                    <a:pt x="2096453" y="712863"/>
                  </a:lnTo>
                  <a:lnTo>
                    <a:pt x="2111114" y="756288"/>
                  </a:lnTo>
                  <a:lnTo>
                    <a:pt x="2123963" y="800514"/>
                  </a:lnTo>
                  <a:lnTo>
                    <a:pt x="2134955" y="845500"/>
                  </a:lnTo>
                  <a:lnTo>
                    <a:pt x="2144048" y="891200"/>
                  </a:lnTo>
                  <a:lnTo>
                    <a:pt x="2151196" y="937570"/>
                  </a:lnTo>
                  <a:lnTo>
                    <a:pt x="2156356" y="984568"/>
                  </a:lnTo>
                  <a:lnTo>
                    <a:pt x="2159485" y="1032148"/>
                  </a:lnTo>
                  <a:lnTo>
                    <a:pt x="2160537" y="1080269"/>
                  </a:lnTo>
                  <a:lnTo>
                    <a:pt x="2159485" y="1128389"/>
                  </a:lnTo>
                  <a:lnTo>
                    <a:pt x="2156356" y="1175969"/>
                  </a:lnTo>
                  <a:lnTo>
                    <a:pt x="2151196" y="1222967"/>
                  </a:lnTo>
                  <a:lnTo>
                    <a:pt x="2144048" y="1269337"/>
                  </a:lnTo>
                  <a:lnTo>
                    <a:pt x="2134955" y="1315037"/>
                  </a:lnTo>
                  <a:lnTo>
                    <a:pt x="2123963" y="1360022"/>
                  </a:lnTo>
                  <a:lnTo>
                    <a:pt x="2111114" y="1404249"/>
                  </a:lnTo>
                  <a:lnTo>
                    <a:pt x="2096453" y="1447673"/>
                  </a:lnTo>
                  <a:lnTo>
                    <a:pt x="2080023" y="1490251"/>
                  </a:lnTo>
                  <a:lnTo>
                    <a:pt x="2061869" y="1531939"/>
                  </a:lnTo>
                  <a:lnTo>
                    <a:pt x="2042034" y="1572692"/>
                  </a:lnTo>
                  <a:lnTo>
                    <a:pt x="2020562" y="1612468"/>
                  </a:lnTo>
                  <a:lnTo>
                    <a:pt x="1997498" y="1651221"/>
                  </a:lnTo>
                  <a:lnTo>
                    <a:pt x="1972885" y="1688909"/>
                  </a:lnTo>
                  <a:lnTo>
                    <a:pt x="1946766" y="1725486"/>
                  </a:lnTo>
                  <a:lnTo>
                    <a:pt x="1919187" y="1760910"/>
                  </a:lnTo>
                  <a:lnTo>
                    <a:pt x="1890190" y="1795136"/>
                  </a:lnTo>
                  <a:lnTo>
                    <a:pt x="1859820" y="1828121"/>
                  </a:lnTo>
                  <a:lnTo>
                    <a:pt x="1828121" y="1859820"/>
                  </a:lnTo>
                  <a:lnTo>
                    <a:pt x="1795136" y="1890190"/>
                  </a:lnTo>
                  <a:lnTo>
                    <a:pt x="1760910" y="1919187"/>
                  </a:lnTo>
                  <a:lnTo>
                    <a:pt x="1725486" y="1946766"/>
                  </a:lnTo>
                  <a:lnTo>
                    <a:pt x="1688909" y="1972885"/>
                  </a:lnTo>
                  <a:lnTo>
                    <a:pt x="1651221" y="1997498"/>
                  </a:lnTo>
                  <a:lnTo>
                    <a:pt x="1612468" y="2020562"/>
                  </a:lnTo>
                  <a:lnTo>
                    <a:pt x="1572692" y="2042034"/>
                  </a:lnTo>
                  <a:lnTo>
                    <a:pt x="1531939" y="2061869"/>
                  </a:lnTo>
                  <a:lnTo>
                    <a:pt x="1490251" y="2080023"/>
                  </a:lnTo>
                  <a:lnTo>
                    <a:pt x="1447673" y="2096453"/>
                  </a:lnTo>
                  <a:lnTo>
                    <a:pt x="1404249" y="2111114"/>
                  </a:lnTo>
                  <a:lnTo>
                    <a:pt x="1360022" y="2123963"/>
                  </a:lnTo>
                  <a:lnTo>
                    <a:pt x="1315037" y="2134955"/>
                  </a:lnTo>
                  <a:lnTo>
                    <a:pt x="1269337" y="2144048"/>
                  </a:lnTo>
                  <a:lnTo>
                    <a:pt x="1222967" y="2151196"/>
                  </a:lnTo>
                  <a:lnTo>
                    <a:pt x="1175969" y="2156356"/>
                  </a:lnTo>
                  <a:lnTo>
                    <a:pt x="1128389" y="2159485"/>
                  </a:lnTo>
                  <a:lnTo>
                    <a:pt x="1080269" y="2160537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39347" y="4222145"/>
              <a:ext cx="617855" cy="1117600"/>
            </a:xfrm>
            <a:custGeom>
              <a:avLst/>
              <a:gdLst/>
              <a:ahLst/>
              <a:cxnLst/>
              <a:rect l="l" t="t" r="r" b="b"/>
              <a:pathLst>
                <a:path w="617855" h="1117600">
                  <a:moveTo>
                    <a:pt x="59115" y="1117353"/>
                  </a:moveTo>
                  <a:lnTo>
                    <a:pt x="0" y="1058237"/>
                  </a:lnTo>
                  <a:lnTo>
                    <a:pt x="499543" y="558682"/>
                  </a:lnTo>
                  <a:lnTo>
                    <a:pt x="0" y="59115"/>
                  </a:lnTo>
                  <a:lnTo>
                    <a:pt x="59115" y="0"/>
                  </a:lnTo>
                  <a:lnTo>
                    <a:pt x="617797" y="558682"/>
                  </a:lnTo>
                  <a:lnTo>
                    <a:pt x="59115" y="111735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379" y="515471"/>
            <a:ext cx="1962149" cy="12572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874387" y="734680"/>
            <a:ext cx="7975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80" dirty="0">
                <a:solidFill>
                  <a:srgbClr val="F1F1F1"/>
                </a:solidFill>
                <a:latin typeface="Tahoma"/>
                <a:cs typeface="Tahoma"/>
              </a:rPr>
              <a:t>HOME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30194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CONTENT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51333" y="628302"/>
              <a:ext cx="1463675" cy="589280"/>
            </a:xfrm>
            <a:custGeom>
              <a:avLst/>
              <a:gdLst/>
              <a:ahLst/>
              <a:cxnLst/>
              <a:rect l="l" t="t" r="r" b="b"/>
              <a:pathLst>
                <a:path w="1463675" h="589280">
                  <a:moveTo>
                    <a:pt x="1169556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7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7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169556" y="0"/>
                  </a:lnTo>
                  <a:lnTo>
                    <a:pt x="1217320" y="3854"/>
                  </a:lnTo>
                  <a:lnTo>
                    <a:pt x="1262630" y="15012"/>
                  </a:lnTo>
                  <a:lnTo>
                    <a:pt x="1304880" y="32867"/>
                  </a:lnTo>
                  <a:lnTo>
                    <a:pt x="1343464" y="56814"/>
                  </a:lnTo>
                  <a:lnTo>
                    <a:pt x="1377775" y="86247"/>
                  </a:lnTo>
                  <a:lnTo>
                    <a:pt x="1407207" y="120558"/>
                  </a:lnTo>
                  <a:lnTo>
                    <a:pt x="1431154" y="159141"/>
                  </a:lnTo>
                  <a:lnTo>
                    <a:pt x="1449010" y="201391"/>
                  </a:lnTo>
                  <a:lnTo>
                    <a:pt x="1460168" y="246701"/>
                  </a:lnTo>
                  <a:lnTo>
                    <a:pt x="1463127" y="283369"/>
                  </a:lnTo>
                  <a:lnTo>
                    <a:pt x="1463127" y="305562"/>
                  </a:lnTo>
                  <a:lnTo>
                    <a:pt x="1449010" y="387539"/>
                  </a:lnTo>
                  <a:lnTo>
                    <a:pt x="1431154" y="429789"/>
                  </a:lnTo>
                  <a:lnTo>
                    <a:pt x="1407207" y="468373"/>
                  </a:lnTo>
                  <a:lnTo>
                    <a:pt x="1377775" y="502684"/>
                  </a:lnTo>
                  <a:lnTo>
                    <a:pt x="1343464" y="532116"/>
                  </a:lnTo>
                  <a:lnTo>
                    <a:pt x="1304880" y="556063"/>
                  </a:lnTo>
                  <a:lnTo>
                    <a:pt x="1262630" y="573919"/>
                  </a:lnTo>
                  <a:lnTo>
                    <a:pt x="1217320" y="585077"/>
                  </a:lnTo>
                  <a:lnTo>
                    <a:pt x="1169556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11384" y="6647469"/>
            <a:ext cx="2728595" cy="2387600"/>
          </a:xfrm>
          <a:custGeom>
            <a:avLst/>
            <a:gdLst/>
            <a:ahLst/>
            <a:cxnLst/>
            <a:rect l="l" t="t" r="r" b="b"/>
            <a:pathLst>
              <a:path w="2728595" h="2387600">
                <a:moveTo>
                  <a:pt x="2728556" y="2387487"/>
                </a:moveTo>
                <a:lnTo>
                  <a:pt x="0" y="2387487"/>
                </a:lnTo>
                <a:lnTo>
                  <a:pt x="1364278" y="0"/>
                </a:lnTo>
                <a:lnTo>
                  <a:pt x="2728556" y="238748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5098662" y="6647468"/>
            <a:ext cx="2160905" cy="2160905"/>
            <a:chOff x="15098662" y="6647468"/>
            <a:chExt cx="2160905" cy="2160905"/>
          </a:xfrm>
        </p:grpSpPr>
        <p:sp>
          <p:nvSpPr>
            <p:cNvPr id="10" name="object 10"/>
            <p:cNvSpPr/>
            <p:nvPr/>
          </p:nvSpPr>
          <p:spPr>
            <a:xfrm>
              <a:off x="15098662" y="6647468"/>
              <a:ext cx="2160905" cy="2160905"/>
            </a:xfrm>
            <a:custGeom>
              <a:avLst/>
              <a:gdLst/>
              <a:ahLst/>
              <a:cxnLst/>
              <a:rect l="l" t="t" r="r" b="b"/>
              <a:pathLst>
                <a:path w="2160905" h="2160904">
                  <a:moveTo>
                    <a:pt x="1080269" y="2160537"/>
                  </a:moveTo>
                  <a:lnTo>
                    <a:pt x="1032148" y="2159485"/>
                  </a:lnTo>
                  <a:lnTo>
                    <a:pt x="984568" y="2156356"/>
                  </a:lnTo>
                  <a:lnTo>
                    <a:pt x="937570" y="2151196"/>
                  </a:lnTo>
                  <a:lnTo>
                    <a:pt x="891200" y="2144048"/>
                  </a:lnTo>
                  <a:lnTo>
                    <a:pt x="845500" y="2134955"/>
                  </a:lnTo>
                  <a:lnTo>
                    <a:pt x="800514" y="2123963"/>
                  </a:lnTo>
                  <a:lnTo>
                    <a:pt x="756288" y="2111114"/>
                  </a:lnTo>
                  <a:lnTo>
                    <a:pt x="712863" y="2096453"/>
                  </a:lnTo>
                  <a:lnTo>
                    <a:pt x="670285" y="2080023"/>
                  </a:lnTo>
                  <a:lnTo>
                    <a:pt x="628598" y="2061869"/>
                  </a:lnTo>
                  <a:lnTo>
                    <a:pt x="587844" y="2042034"/>
                  </a:lnTo>
                  <a:lnTo>
                    <a:pt x="548069" y="2020562"/>
                  </a:lnTo>
                  <a:lnTo>
                    <a:pt x="509316" y="1997498"/>
                  </a:lnTo>
                  <a:lnTo>
                    <a:pt x="471628" y="1972885"/>
                  </a:lnTo>
                  <a:lnTo>
                    <a:pt x="435051" y="1946766"/>
                  </a:lnTo>
                  <a:lnTo>
                    <a:pt x="399627" y="1919187"/>
                  </a:lnTo>
                  <a:lnTo>
                    <a:pt x="365400" y="1890190"/>
                  </a:lnTo>
                  <a:lnTo>
                    <a:pt x="332416" y="1859820"/>
                  </a:lnTo>
                  <a:lnTo>
                    <a:pt x="300716" y="1828121"/>
                  </a:lnTo>
                  <a:lnTo>
                    <a:pt x="270347" y="1795136"/>
                  </a:lnTo>
                  <a:lnTo>
                    <a:pt x="241350" y="1760910"/>
                  </a:lnTo>
                  <a:lnTo>
                    <a:pt x="213770" y="1725486"/>
                  </a:lnTo>
                  <a:lnTo>
                    <a:pt x="187652" y="1688909"/>
                  </a:lnTo>
                  <a:lnTo>
                    <a:pt x="163039" y="1651221"/>
                  </a:lnTo>
                  <a:lnTo>
                    <a:pt x="139974" y="1612468"/>
                  </a:lnTo>
                  <a:lnTo>
                    <a:pt x="118503" y="1572692"/>
                  </a:lnTo>
                  <a:lnTo>
                    <a:pt x="98668" y="1531939"/>
                  </a:lnTo>
                  <a:lnTo>
                    <a:pt x="80514" y="1490251"/>
                  </a:lnTo>
                  <a:lnTo>
                    <a:pt x="64084" y="1447673"/>
                  </a:lnTo>
                  <a:lnTo>
                    <a:pt x="49423" y="1404249"/>
                  </a:lnTo>
                  <a:lnTo>
                    <a:pt x="36574" y="1360022"/>
                  </a:lnTo>
                  <a:lnTo>
                    <a:pt x="25581" y="1315037"/>
                  </a:lnTo>
                  <a:lnTo>
                    <a:pt x="16489" y="1269337"/>
                  </a:lnTo>
                  <a:lnTo>
                    <a:pt x="9341" y="1222967"/>
                  </a:lnTo>
                  <a:lnTo>
                    <a:pt x="4180" y="1175969"/>
                  </a:lnTo>
                  <a:lnTo>
                    <a:pt x="1052" y="1128389"/>
                  </a:lnTo>
                  <a:lnTo>
                    <a:pt x="0" y="1080267"/>
                  </a:lnTo>
                  <a:lnTo>
                    <a:pt x="1052" y="1032148"/>
                  </a:lnTo>
                  <a:lnTo>
                    <a:pt x="4180" y="984568"/>
                  </a:lnTo>
                  <a:lnTo>
                    <a:pt x="9341" y="937570"/>
                  </a:lnTo>
                  <a:lnTo>
                    <a:pt x="16489" y="891200"/>
                  </a:lnTo>
                  <a:lnTo>
                    <a:pt x="25581" y="845500"/>
                  </a:lnTo>
                  <a:lnTo>
                    <a:pt x="36574" y="800514"/>
                  </a:lnTo>
                  <a:lnTo>
                    <a:pt x="49423" y="756288"/>
                  </a:lnTo>
                  <a:lnTo>
                    <a:pt x="64084" y="712863"/>
                  </a:lnTo>
                  <a:lnTo>
                    <a:pt x="80514" y="670285"/>
                  </a:lnTo>
                  <a:lnTo>
                    <a:pt x="98668" y="628598"/>
                  </a:lnTo>
                  <a:lnTo>
                    <a:pt x="118503" y="587844"/>
                  </a:lnTo>
                  <a:lnTo>
                    <a:pt x="139974" y="548069"/>
                  </a:lnTo>
                  <a:lnTo>
                    <a:pt x="163039" y="509316"/>
                  </a:lnTo>
                  <a:lnTo>
                    <a:pt x="187652" y="471628"/>
                  </a:lnTo>
                  <a:lnTo>
                    <a:pt x="213770" y="435051"/>
                  </a:lnTo>
                  <a:lnTo>
                    <a:pt x="241350" y="399627"/>
                  </a:lnTo>
                  <a:lnTo>
                    <a:pt x="270347" y="365400"/>
                  </a:lnTo>
                  <a:lnTo>
                    <a:pt x="300716" y="332416"/>
                  </a:lnTo>
                  <a:lnTo>
                    <a:pt x="332416" y="300716"/>
                  </a:lnTo>
                  <a:lnTo>
                    <a:pt x="365400" y="270347"/>
                  </a:lnTo>
                  <a:lnTo>
                    <a:pt x="399627" y="241350"/>
                  </a:lnTo>
                  <a:lnTo>
                    <a:pt x="435051" y="213770"/>
                  </a:lnTo>
                  <a:lnTo>
                    <a:pt x="471628" y="187652"/>
                  </a:lnTo>
                  <a:lnTo>
                    <a:pt x="509316" y="163039"/>
                  </a:lnTo>
                  <a:lnTo>
                    <a:pt x="548069" y="139974"/>
                  </a:lnTo>
                  <a:lnTo>
                    <a:pt x="587844" y="118503"/>
                  </a:lnTo>
                  <a:lnTo>
                    <a:pt x="628598" y="98668"/>
                  </a:lnTo>
                  <a:lnTo>
                    <a:pt x="670285" y="80514"/>
                  </a:lnTo>
                  <a:lnTo>
                    <a:pt x="712863" y="64084"/>
                  </a:lnTo>
                  <a:lnTo>
                    <a:pt x="756288" y="49423"/>
                  </a:lnTo>
                  <a:lnTo>
                    <a:pt x="800514" y="36574"/>
                  </a:lnTo>
                  <a:lnTo>
                    <a:pt x="845500" y="25581"/>
                  </a:lnTo>
                  <a:lnTo>
                    <a:pt x="891200" y="16489"/>
                  </a:lnTo>
                  <a:lnTo>
                    <a:pt x="937570" y="9341"/>
                  </a:lnTo>
                  <a:lnTo>
                    <a:pt x="984568" y="4180"/>
                  </a:lnTo>
                  <a:lnTo>
                    <a:pt x="1032148" y="1052"/>
                  </a:lnTo>
                  <a:lnTo>
                    <a:pt x="1080269" y="0"/>
                  </a:lnTo>
                  <a:lnTo>
                    <a:pt x="1128389" y="1052"/>
                  </a:lnTo>
                  <a:lnTo>
                    <a:pt x="1175969" y="4180"/>
                  </a:lnTo>
                  <a:lnTo>
                    <a:pt x="1222967" y="9341"/>
                  </a:lnTo>
                  <a:lnTo>
                    <a:pt x="1269337" y="16489"/>
                  </a:lnTo>
                  <a:lnTo>
                    <a:pt x="1315037" y="25581"/>
                  </a:lnTo>
                  <a:lnTo>
                    <a:pt x="1360022" y="36574"/>
                  </a:lnTo>
                  <a:lnTo>
                    <a:pt x="1404249" y="49423"/>
                  </a:lnTo>
                  <a:lnTo>
                    <a:pt x="1447673" y="64084"/>
                  </a:lnTo>
                  <a:lnTo>
                    <a:pt x="1490251" y="80514"/>
                  </a:lnTo>
                  <a:lnTo>
                    <a:pt x="1531939" y="98668"/>
                  </a:lnTo>
                  <a:lnTo>
                    <a:pt x="1572692" y="118503"/>
                  </a:lnTo>
                  <a:lnTo>
                    <a:pt x="1612468" y="139974"/>
                  </a:lnTo>
                  <a:lnTo>
                    <a:pt x="1651221" y="163039"/>
                  </a:lnTo>
                  <a:lnTo>
                    <a:pt x="1688909" y="187652"/>
                  </a:lnTo>
                  <a:lnTo>
                    <a:pt x="1725486" y="213770"/>
                  </a:lnTo>
                  <a:lnTo>
                    <a:pt x="1760910" y="241350"/>
                  </a:lnTo>
                  <a:lnTo>
                    <a:pt x="1795136" y="270347"/>
                  </a:lnTo>
                  <a:lnTo>
                    <a:pt x="1828121" y="300716"/>
                  </a:lnTo>
                  <a:lnTo>
                    <a:pt x="1859820" y="332416"/>
                  </a:lnTo>
                  <a:lnTo>
                    <a:pt x="1890190" y="365400"/>
                  </a:lnTo>
                  <a:lnTo>
                    <a:pt x="1919187" y="399627"/>
                  </a:lnTo>
                  <a:lnTo>
                    <a:pt x="1946766" y="435051"/>
                  </a:lnTo>
                  <a:lnTo>
                    <a:pt x="1972885" y="471628"/>
                  </a:lnTo>
                  <a:lnTo>
                    <a:pt x="1997498" y="509316"/>
                  </a:lnTo>
                  <a:lnTo>
                    <a:pt x="2020562" y="548069"/>
                  </a:lnTo>
                  <a:lnTo>
                    <a:pt x="2042034" y="587844"/>
                  </a:lnTo>
                  <a:lnTo>
                    <a:pt x="2061869" y="628598"/>
                  </a:lnTo>
                  <a:lnTo>
                    <a:pt x="2080023" y="670285"/>
                  </a:lnTo>
                  <a:lnTo>
                    <a:pt x="2096453" y="712863"/>
                  </a:lnTo>
                  <a:lnTo>
                    <a:pt x="2111114" y="756288"/>
                  </a:lnTo>
                  <a:lnTo>
                    <a:pt x="2123963" y="800514"/>
                  </a:lnTo>
                  <a:lnTo>
                    <a:pt x="2134955" y="845500"/>
                  </a:lnTo>
                  <a:lnTo>
                    <a:pt x="2144048" y="891200"/>
                  </a:lnTo>
                  <a:lnTo>
                    <a:pt x="2151196" y="937570"/>
                  </a:lnTo>
                  <a:lnTo>
                    <a:pt x="2156356" y="984568"/>
                  </a:lnTo>
                  <a:lnTo>
                    <a:pt x="2159485" y="1032148"/>
                  </a:lnTo>
                  <a:lnTo>
                    <a:pt x="2160537" y="1080269"/>
                  </a:lnTo>
                  <a:lnTo>
                    <a:pt x="2159485" y="1128389"/>
                  </a:lnTo>
                  <a:lnTo>
                    <a:pt x="2156356" y="1175969"/>
                  </a:lnTo>
                  <a:lnTo>
                    <a:pt x="2151196" y="1222967"/>
                  </a:lnTo>
                  <a:lnTo>
                    <a:pt x="2144048" y="1269337"/>
                  </a:lnTo>
                  <a:lnTo>
                    <a:pt x="2134955" y="1315037"/>
                  </a:lnTo>
                  <a:lnTo>
                    <a:pt x="2123963" y="1360022"/>
                  </a:lnTo>
                  <a:lnTo>
                    <a:pt x="2111114" y="1404249"/>
                  </a:lnTo>
                  <a:lnTo>
                    <a:pt x="2096453" y="1447673"/>
                  </a:lnTo>
                  <a:lnTo>
                    <a:pt x="2080023" y="1490251"/>
                  </a:lnTo>
                  <a:lnTo>
                    <a:pt x="2061869" y="1531939"/>
                  </a:lnTo>
                  <a:lnTo>
                    <a:pt x="2042034" y="1572692"/>
                  </a:lnTo>
                  <a:lnTo>
                    <a:pt x="2020562" y="1612468"/>
                  </a:lnTo>
                  <a:lnTo>
                    <a:pt x="1997498" y="1651221"/>
                  </a:lnTo>
                  <a:lnTo>
                    <a:pt x="1972885" y="1688909"/>
                  </a:lnTo>
                  <a:lnTo>
                    <a:pt x="1946766" y="1725486"/>
                  </a:lnTo>
                  <a:lnTo>
                    <a:pt x="1919187" y="1760910"/>
                  </a:lnTo>
                  <a:lnTo>
                    <a:pt x="1890190" y="1795136"/>
                  </a:lnTo>
                  <a:lnTo>
                    <a:pt x="1859820" y="1828121"/>
                  </a:lnTo>
                  <a:lnTo>
                    <a:pt x="1828121" y="1859820"/>
                  </a:lnTo>
                  <a:lnTo>
                    <a:pt x="1795136" y="1890190"/>
                  </a:lnTo>
                  <a:lnTo>
                    <a:pt x="1760910" y="1919187"/>
                  </a:lnTo>
                  <a:lnTo>
                    <a:pt x="1725486" y="1946766"/>
                  </a:lnTo>
                  <a:lnTo>
                    <a:pt x="1688909" y="1972885"/>
                  </a:lnTo>
                  <a:lnTo>
                    <a:pt x="1651221" y="1997498"/>
                  </a:lnTo>
                  <a:lnTo>
                    <a:pt x="1612468" y="2020562"/>
                  </a:lnTo>
                  <a:lnTo>
                    <a:pt x="1572692" y="2042034"/>
                  </a:lnTo>
                  <a:lnTo>
                    <a:pt x="1531939" y="2061869"/>
                  </a:lnTo>
                  <a:lnTo>
                    <a:pt x="1490251" y="2080023"/>
                  </a:lnTo>
                  <a:lnTo>
                    <a:pt x="1447673" y="2096453"/>
                  </a:lnTo>
                  <a:lnTo>
                    <a:pt x="1404249" y="2111114"/>
                  </a:lnTo>
                  <a:lnTo>
                    <a:pt x="1360022" y="2123963"/>
                  </a:lnTo>
                  <a:lnTo>
                    <a:pt x="1315037" y="2134955"/>
                  </a:lnTo>
                  <a:lnTo>
                    <a:pt x="1269337" y="2144048"/>
                  </a:lnTo>
                  <a:lnTo>
                    <a:pt x="1222967" y="2151196"/>
                  </a:lnTo>
                  <a:lnTo>
                    <a:pt x="1175969" y="2156356"/>
                  </a:lnTo>
                  <a:lnTo>
                    <a:pt x="1128389" y="2159485"/>
                  </a:lnTo>
                  <a:lnTo>
                    <a:pt x="1080269" y="2160537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59091" y="7169057"/>
              <a:ext cx="617855" cy="1117600"/>
            </a:xfrm>
            <a:custGeom>
              <a:avLst/>
              <a:gdLst/>
              <a:ahLst/>
              <a:cxnLst/>
              <a:rect l="l" t="t" r="r" b="b"/>
              <a:pathLst>
                <a:path w="617855" h="1117600">
                  <a:moveTo>
                    <a:pt x="59115" y="1117353"/>
                  </a:moveTo>
                  <a:lnTo>
                    <a:pt x="0" y="1058237"/>
                  </a:lnTo>
                  <a:lnTo>
                    <a:pt x="499543" y="558682"/>
                  </a:lnTo>
                  <a:lnTo>
                    <a:pt x="0" y="59115"/>
                  </a:lnTo>
                  <a:lnTo>
                    <a:pt x="59115" y="0"/>
                  </a:lnTo>
                  <a:lnTo>
                    <a:pt x="617797" y="558682"/>
                  </a:lnTo>
                  <a:lnTo>
                    <a:pt x="59115" y="1117353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5969141" y="1330063"/>
            <a:ext cx="2319020" cy="2580640"/>
          </a:xfrm>
          <a:custGeom>
            <a:avLst/>
            <a:gdLst/>
            <a:ahLst/>
            <a:cxnLst/>
            <a:rect l="l" t="t" r="r" b="b"/>
            <a:pathLst>
              <a:path w="2319019" h="2580640">
                <a:moveTo>
                  <a:pt x="1485218" y="2580629"/>
                </a:moveTo>
                <a:lnTo>
                  <a:pt x="1072817" y="2580629"/>
                </a:lnTo>
                <a:lnTo>
                  <a:pt x="1067764" y="2578449"/>
                </a:lnTo>
                <a:lnTo>
                  <a:pt x="1060233" y="2570918"/>
                </a:lnTo>
                <a:lnTo>
                  <a:pt x="1058152" y="2565765"/>
                </a:lnTo>
                <a:lnTo>
                  <a:pt x="1068556" y="1787732"/>
                </a:lnTo>
                <a:lnTo>
                  <a:pt x="546168" y="2351638"/>
                </a:lnTo>
                <a:lnTo>
                  <a:pt x="539926" y="2353620"/>
                </a:lnTo>
                <a:lnTo>
                  <a:pt x="529324" y="2352035"/>
                </a:lnTo>
                <a:lnTo>
                  <a:pt x="525756" y="2350350"/>
                </a:lnTo>
                <a:lnTo>
                  <a:pt x="521297" y="2346089"/>
                </a:lnTo>
                <a:lnTo>
                  <a:pt x="520108" y="2344702"/>
                </a:lnTo>
                <a:lnTo>
                  <a:pt x="519217" y="2343315"/>
                </a:lnTo>
                <a:lnTo>
                  <a:pt x="503202" y="2328588"/>
                </a:lnTo>
                <a:lnTo>
                  <a:pt x="223144" y="2061610"/>
                </a:lnTo>
                <a:lnTo>
                  <a:pt x="220964" y="2056655"/>
                </a:lnTo>
                <a:lnTo>
                  <a:pt x="220766" y="2046053"/>
                </a:lnTo>
                <a:lnTo>
                  <a:pt x="222847" y="2040901"/>
                </a:lnTo>
                <a:lnTo>
                  <a:pt x="770700" y="1482841"/>
                </a:lnTo>
                <a:lnTo>
                  <a:pt x="19817" y="1480463"/>
                </a:lnTo>
                <a:lnTo>
                  <a:pt x="12137" y="1478899"/>
                </a:lnTo>
                <a:lnTo>
                  <a:pt x="5870" y="1474641"/>
                </a:lnTo>
                <a:lnTo>
                  <a:pt x="1647" y="1468340"/>
                </a:lnTo>
                <a:lnTo>
                  <a:pt x="0" y="1460645"/>
                </a:lnTo>
                <a:lnTo>
                  <a:pt x="0" y="1142575"/>
                </a:lnTo>
                <a:lnTo>
                  <a:pt x="761782" y="1120379"/>
                </a:lnTo>
                <a:lnTo>
                  <a:pt x="230377" y="557365"/>
                </a:lnTo>
                <a:lnTo>
                  <a:pt x="226711" y="553897"/>
                </a:lnTo>
                <a:lnTo>
                  <a:pt x="224432" y="549042"/>
                </a:lnTo>
                <a:lnTo>
                  <a:pt x="223936" y="537944"/>
                </a:lnTo>
                <a:lnTo>
                  <a:pt x="226315" y="532296"/>
                </a:lnTo>
                <a:lnTo>
                  <a:pt x="540619" y="244745"/>
                </a:lnTo>
                <a:lnTo>
                  <a:pt x="545871" y="242763"/>
                </a:lnTo>
                <a:lnTo>
                  <a:pt x="556374" y="243457"/>
                </a:lnTo>
                <a:lnTo>
                  <a:pt x="561329" y="245835"/>
                </a:lnTo>
                <a:lnTo>
                  <a:pt x="1081339" y="832729"/>
                </a:lnTo>
                <a:lnTo>
                  <a:pt x="1092139" y="19619"/>
                </a:lnTo>
                <a:lnTo>
                  <a:pt x="1093759" y="12012"/>
                </a:lnTo>
                <a:lnTo>
                  <a:pt x="1098035" y="5809"/>
                </a:lnTo>
                <a:lnTo>
                  <a:pt x="1104318" y="1630"/>
                </a:lnTo>
                <a:lnTo>
                  <a:pt x="1111957" y="0"/>
                </a:lnTo>
                <a:lnTo>
                  <a:pt x="1446178" y="0"/>
                </a:lnTo>
                <a:lnTo>
                  <a:pt x="1475904" y="764656"/>
                </a:lnTo>
                <a:lnTo>
                  <a:pt x="1545364" y="693809"/>
                </a:lnTo>
                <a:lnTo>
                  <a:pt x="2062600" y="254357"/>
                </a:lnTo>
                <a:lnTo>
                  <a:pt x="2069402" y="250571"/>
                </a:lnTo>
                <a:lnTo>
                  <a:pt x="2076881" y="249712"/>
                </a:lnTo>
                <a:lnTo>
                  <a:pt x="2084156" y="251695"/>
                </a:lnTo>
                <a:lnTo>
                  <a:pt x="2090345" y="256437"/>
                </a:lnTo>
                <a:lnTo>
                  <a:pt x="2310418" y="508020"/>
                </a:lnTo>
                <a:lnTo>
                  <a:pt x="2314293" y="514766"/>
                </a:lnTo>
                <a:lnTo>
                  <a:pt x="2315260" y="522227"/>
                </a:lnTo>
                <a:lnTo>
                  <a:pt x="2313386" y="529520"/>
                </a:lnTo>
                <a:lnTo>
                  <a:pt x="2308733" y="535764"/>
                </a:lnTo>
                <a:lnTo>
                  <a:pt x="1813495" y="982054"/>
                </a:lnTo>
                <a:lnTo>
                  <a:pt x="1787001" y="1011321"/>
                </a:lnTo>
                <a:lnTo>
                  <a:pt x="1689239" y="1117506"/>
                </a:lnTo>
                <a:lnTo>
                  <a:pt x="2318858" y="1115502"/>
                </a:lnTo>
                <a:lnTo>
                  <a:pt x="2318858" y="1487816"/>
                </a:lnTo>
                <a:lnTo>
                  <a:pt x="1659909" y="1485714"/>
                </a:lnTo>
                <a:lnTo>
                  <a:pt x="1670809" y="1498100"/>
                </a:lnTo>
                <a:lnTo>
                  <a:pt x="2301400" y="2076968"/>
                </a:lnTo>
                <a:lnTo>
                  <a:pt x="2305979" y="2083254"/>
                </a:lnTo>
                <a:lnTo>
                  <a:pt x="2307779" y="2090543"/>
                </a:lnTo>
                <a:lnTo>
                  <a:pt x="2306737" y="2097981"/>
                </a:lnTo>
                <a:lnTo>
                  <a:pt x="2302788" y="2104712"/>
                </a:lnTo>
                <a:lnTo>
                  <a:pt x="2080634" y="2354511"/>
                </a:lnTo>
                <a:lnTo>
                  <a:pt x="2074404" y="2359223"/>
                </a:lnTo>
                <a:lnTo>
                  <a:pt x="2067133" y="2361138"/>
                </a:lnTo>
                <a:lnTo>
                  <a:pt x="2059677" y="2360210"/>
                </a:lnTo>
                <a:lnTo>
                  <a:pt x="2052890" y="2356394"/>
                </a:lnTo>
                <a:lnTo>
                  <a:pt x="1490569" y="1872055"/>
                </a:lnTo>
                <a:lnTo>
                  <a:pt x="1499685" y="2565765"/>
                </a:lnTo>
                <a:lnTo>
                  <a:pt x="1497704" y="2570918"/>
                </a:lnTo>
                <a:lnTo>
                  <a:pt x="1490272" y="2578548"/>
                </a:lnTo>
                <a:lnTo>
                  <a:pt x="1485218" y="2580629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676" y="491494"/>
            <a:ext cx="1647824" cy="1257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25288" y="736893"/>
            <a:ext cx="91630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90" dirty="0">
                <a:solidFill>
                  <a:srgbClr val="F1F1F1"/>
                </a:solidFill>
                <a:latin typeface="Tahoma"/>
                <a:cs typeface="Tahoma"/>
              </a:rPr>
              <a:t>ABOUT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30194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CONTENT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6000" y="1894463"/>
            <a:ext cx="13449935" cy="7720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0" b="1" spc="-55" dirty="0">
                <a:solidFill>
                  <a:srgbClr val="0F1B40"/>
                </a:solidFill>
                <a:latin typeface="Tahoma"/>
                <a:cs typeface="Tahoma"/>
              </a:rPr>
              <a:t>A</a:t>
            </a:r>
            <a:r>
              <a:rPr sz="8500" b="1" spc="-65" dirty="0">
                <a:solidFill>
                  <a:srgbClr val="0F1B40"/>
                </a:solidFill>
                <a:latin typeface="Tahoma"/>
                <a:cs typeface="Tahoma"/>
              </a:rPr>
              <a:t>b</a:t>
            </a:r>
            <a:r>
              <a:rPr sz="8500" b="1" spc="-95" dirty="0">
                <a:solidFill>
                  <a:srgbClr val="0F1B40"/>
                </a:solidFill>
                <a:latin typeface="Tahoma"/>
                <a:cs typeface="Tahoma"/>
              </a:rPr>
              <a:t>s</a:t>
            </a:r>
            <a:r>
              <a:rPr sz="8500" b="1" spc="-90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r>
              <a:rPr sz="8500" b="1" spc="-170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8500" b="1" spc="-40" dirty="0">
                <a:solidFill>
                  <a:srgbClr val="0F1B40"/>
                </a:solidFill>
                <a:latin typeface="Tahoma"/>
                <a:cs typeface="Tahoma"/>
              </a:rPr>
              <a:t>a</a:t>
            </a:r>
            <a:r>
              <a:rPr sz="8500" b="1" spc="10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8500" b="1" spc="395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endParaRPr sz="8500" dirty="0">
              <a:latin typeface="Tahoma"/>
              <a:cs typeface="Tahoma"/>
            </a:endParaRPr>
          </a:p>
          <a:p>
            <a:pPr marL="623570" marR="6350" algn="just">
              <a:lnSpc>
                <a:spcPct val="102499"/>
              </a:lnSpc>
              <a:spcBef>
                <a:spcPts val="3329"/>
              </a:spcBef>
            </a:pPr>
            <a:r>
              <a:rPr sz="2500" b="1" spc="-95" dirty="0">
                <a:latin typeface="Tahoma"/>
                <a:cs typeface="Tahoma"/>
              </a:rPr>
              <a:t>SafetyEye</a:t>
            </a:r>
            <a:r>
              <a:rPr sz="2500" b="1" spc="-8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is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an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275" dirty="0">
                <a:latin typeface="Tahoma"/>
                <a:cs typeface="Tahoma"/>
              </a:rPr>
              <a:t>AI-</a:t>
            </a:r>
            <a:r>
              <a:rPr sz="2500" b="1" spc="-40" dirty="0">
                <a:latin typeface="Tahoma"/>
                <a:cs typeface="Tahoma"/>
              </a:rPr>
              <a:t>powered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65" dirty="0">
                <a:latin typeface="Tahoma"/>
                <a:cs typeface="Tahoma"/>
              </a:rPr>
              <a:t>Personal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75" dirty="0">
                <a:latin typeface="Tahoma"/>
                <a:cs typeface="Tahoma"/>
              </a:rPr>
              <a:t>Protective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20" dirty="0">
                <a:latin typeface="Tahoma"/>
                <a:cs typeface="Tahoma"/>
              </a:rPr>
              <a:t>Equipment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130" dirty="0">
                <a:latin typeface="Tahoma"/>
                <a:cs typeface="Tahoma"/>
              </a:rPr>
              <a:t>(PPE)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95" dirty="0">
                <a:latin typeface="Tahoma"/>
                <a:cs typeface="Tahoma"/>
              </a:rPr>
              <a:t>violation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detection </a:t>
            </a:r>
            <a:r>
              <a:rPr sz="2500" b="1" dirty="0">
                <a:latin typeface="Tahoma"/>
                <a:cs typeface="Tahoma"/>
              </a:rPr>
              <a:t>system</a:t>
            </a:r>
            <a:r>
              <a:rPr sz="2500" b="1" spc="53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designed</a:t>
            </a:r>
            <a:r>
              <a:rPr sz="2500" b="1" spc="53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to</a:t>
            </a:r>
            <a:r>
              <a:rPr sz="2500" b="1" spc="53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improve</a:t>
            </a:r>
            <a:r>
              <a:rPr sz="2500" b="1" spc="53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safety</a:t>
            </a:r>
            <a:r>
              <a:rPr sz="2500" b="1" spc="53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compliance</a:t>
            </a:r>
            <a:r>
              <a:rPr sz="2500" b="1" spc="53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in</a:t>
            </a:r>
            <a:r>
              <a:rPr sz="2500" b="1" spc="53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industrial</a:t>
            </a:r>
            <a:r>
              <a:rPr sz="2500" b="1" spc="53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and</a:t>
            </a:r>
            <a:r>
              <a:rPr sz="2500" b="1" spc="530" dirty="0">
                <a:latin typeface="Tahoma"/>
                <a:cs typeface="Tahoma"/>
              </a:rPr>
              <a:t> </a:t>
            </a:r>
            <a:r>
              <a:rPr sz="2500" b="1" spc="-30" dirty="0">
                <a:latin typeface="Tahoma"/>
                <a:cs typeface="Tahoma"/>
              </a:rPr>
              <a:t>construction </a:t>
            </a:r>
            <a:r>
              <a:rPr sz="2500" b="1" spc="-100" dirty="0">
                <a:latin typeface="Tahoma"/>
                <a:cs typeface="Tahoma"/>
              </a:rPr>
              <a:t>environments.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The</a:t>
            </a:r>
            <a:r>
              <a:rPr sz="2500" b="1" spc="-65" dirty="0">
                <a:latin typeface="Tahoma"/>
                <a:cs typeface="Tahoma"/>
              </a:rPr>
              <a:t> </a:t>
            </a:r>
            <a:r>
              <a:rPr sz="2500" b="1" spc="-70" dirty="0">
                <a:latin typeface="Tahoma"/>
                <a:cs typeface="Tahoma"/>
              </a:rPr>
              <a:t>system </a:t>
            </a:r>
            <a:r>
              <a:rPr sz="2500" b="1" spc="-100" dirty="0">
                <a:latin typeface="Tahoma"/>
                <a:cs typeface="Tahoma"/>
              </a:rPr>
              <a:t>automatically</a:t>
            </a:r>
            <a:r>
              <a:rPr sz="2500" b="1" spc="-65" dirty="0">
                <a:latin typeface="Tahoma"/>
                <a:cs typeface="Tahoma"/>
              </a:rPr>
              <a:t> </a:t>
            </a:r>
            <a:r>
              <a:rPr sz="2500" b="1" spc="-80" dirty="0">
                <a:latin typeface="Tahoma"/>
                <a:cs typeface="Tahoma"/>
              </a:rPr>
              <a:t>identifies</a:t>
            </a:r>
            <a:r>
              <a:rPr sz="2500" b="1" spc="-65" dirty="0">
                <a:latin typeface="Tahoma"/>
                <a:cs typeface="Tahoma"/>
              </a:rPr>
              <a:t> </a:t>
            </a:r>
            <a:r>
              <a:rPr sz="2500" b="1" spc="-100" dirty="0">
                <a:latin typeface="Tahoma"/>
                <a:cs typeface="Tahoma"/>
              </a:rPr>
              <a:t>safety</a:t>
            </a:r>
            <a:r>
              <a:rPr sz="2500" b="1" spc="-70" dirty="0">
                <a:latin typeface="Tahoma"/>
                <a:cs typeface="Tahoma"/>
              </a:rPr>
              <a:t> </a:t>
            </a:r>
            <a:r>
              <a:rPr sz="2500" b="1" spc="-110" dirty="0">
                <a:latin typeface="Tahoma"/>
                <a:cs typeface="Tahoma"/>
              </a:rPr>
              <a:t>violations—</a:t>
            </a:r>
            <a:r>
              <a:rPr sz="2500" b="1" dirty="0">
                <a:latin typeface="Tahoma"/>
                <a:cs typeface="Tahoma"/>
              </a:rPr>
              <a:t>such</a:t>
            </a:r>
            <a:r>
              <a:rPr sz="2500" b="1" spc="-6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as</a:t>
            </a:r>
            <a:r>
              <a:rPr sz="2500" b="1" spc="-65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missing </a:t>
            </a:r>
            <a:r>
              <a:rPr sz="2500" b="1" spc="-90" dirty="0">
                <a:latin typeface="Tahoma"/>
                <a:cs typeface="Tahoma"/>
              </a:rPr>
              <a:t>helmets,</a:t>
            </a:r>
            <a:r>
              <a:rPr sz="2500" b="1" spc="-95" dirty="0">
                <a:latin typeface="Tahoma"/>
                <a:cs typeface="Tahoma"/>
              </a:rPr>
              <a:t> masks,</a:t>
            </a:r>
            <a:r>
              <a:rPr sz="2500" b="1" spc="-9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or</a:t>
            </a:r>
            <a:r>
              <a:rPr sz="2500" b="1" spc="-170" dirty="0">
                <a:latin typeface="Tahoma"/>
                <a:cs typeface="Tahoma"/>
              </a:rPr>
              <a:t> </a:t>
            </a:r>
            <a:r>
              <a:rPr sz="2500" b="1" spc="-105" dirty="0">
                <a:latin typeface="Tahoma"/>
                <a:cs typeface="Tahoma"/>
              </a:rPr>
              <a:t>safety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100" dirty="0">
                <a:latin typeface="Tahoma"/>
                <a:cs typeface="Tahoma"/>
              </a:rPr>
              <a:t>vests—</a:t>
            </a:r>
            <a:r>
              <a:rPr sz="2500" b="1" dirty="0">
                <a:latin typeface="Tahoma"/>
                <a:cs typeface="Tahoma"/>
              </a:rPr>
              <a:t>from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95" dirty="0">
                <a:latin typeface="Tahoma"/>
                <a:cs typeface="Tahoma"/>
              </a:rPr>
              <a:t>live</a:t>
            </a:r>
            <a:r>
              <a:rPr sz="2500" b="1" spc="-9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CCTV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or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webcam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60" dirty="0">
                <a:latin typeface="Tahoma"/>
                <a:cs typeface="Tahoma"/>
              </a:rPr>
              <a:t>feeds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30" dirty="0">
                <a:latin typeface="Tahoma"/>
                <a:cs typeface="Tahoma"/>
              </a:rPr>
              <a:t>using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the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YOLOv8 </a:t>
            </a:r>
            <a:r>
              <a:rPr sz="2500" b="1" spc="-80" dirty="0">
                <a:latin typeface="Tahoma"/>
                <a:cs typeface="Tahoma"/>
              </a:rPr>
              <a:t>object</a:t>
            </a:r>
            <a:r>
              <a:rPr sz="2500" b="1" spc="-295" dirty="0">
                <a:latin typeface="Tahoma"/>
                <a:cs typeface="Tahoma"/>
              </a:rPr>
              <a:t> </a:t>
            </a:r>
            <a:r>
              <a:rPr sz="2500" b="1" spc="-70" dirty="0">
                <a:latin typeface="Tahoma"/>
                <a:cs typeface="Tahoma"/>
              </a:rPr>
              <a:t>detection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model.</a:t>
            </a:r>
            <a:endParaRPr sz="25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500" dirty="0">
              <a:latin typeface="Tahoma"/>
              <a:cs typeface="Tahoma"/>
            </a:endParaRPr>
          </a:p>
          <a:p>
            <a:pPr marL="623570" marR="5080" algn="just">
              <a:lnSpc>
                <a:spcPct val="101899"/>
              </a:lnSpc>
            </a:pPr>
            <a:r>
              <a:rPr sz="2700" b="1" dirty="0">
                <a:latin typeface="Tahoma"/>
                <a:cs typeface="Tahoma"/>
              </a:rPr>
              <a:t>The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50" dirty="0">
                <a:latin typeface="Tahoma"/>
                <a:cs typeface="Tahoma"/>
              </a:rPr>
              <a:t>platform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55" dirty="0">
                <a:latin typeface="Tahoma"/>
                <a:cs typeface="Tahoma"/>
              </a:rPr>
              <a:t>provides</a:t>
            </a:r>
            <a:r>
              <a:rPr sz="2700" b="1" spc="-70" dirty="0">
                <a:latin typeface="Tahoma"/>
                <a:cs typeface="Tahoma"/>
              </a:rPr>
              <a:t> </a:t>
            </a:r>
            <a:r>
              <a:rPr sz="2700" b="1" spc="-190" dirty="0">
                <a:latin typeface="Tahoma"/>
                <a:cs typeface="Tahoma"/>
              </a:rPr>
              <a:t>real-</a:t>
            </a:r>
            <a:r>
              <a:rPr sz="2700" b="1" dirty="0">
                <a:latin typeface="Tahoma"/>
                <a:cs typeface="Tahoma"/>
              </a:rPr>
              <a:t>time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65" dirty="0">
                <a:latin typeface="Tahoma"/>
                <a:cs typeface="Tahoma"/>
              </a:rPr>
              <a:t>monitoring,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40" dirty="0">
                <a:latin typeface="Tahoma"/>
                <a:cs typeface="Tahoma"/>
              </a:rPr>
              <a:t>automatic</a:t>
            </a:r>
            <a:r>
              <a:rPr sz="2700" b="1" spc="-70" dirty="0">
                <a:latin typeface="Tahoma"/>
                <a:cs typeface="Tahoma"/>
              </a:rPr>
              <a:t> </a:t>
            </a:r>
            <a:r>
              <a:rPr sz="2700" b="1" spc="-80" dirty="0">
                <a:latin typeface="Tahoma"/>
                <a:cs typeface="Tahoma"/>
              </a:rPr>
              <a:t>violation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35" dirty="0">
                <a:latin typeface="Tahoma"/>
                <a:cs typeface="Tahoma"/>
              </a:rPr>
              <a:t>logging,</a:t>
            </a:r>
            <a:r>
              <a:rPr sz="2700" b="1" spc="-75" dirty="0">
                <a:latin typeface="Tahoma"/>
                <a:cs typeface="Tahoma"/>
              </a:rPr>
              <a:t> </a:t>
            </a:r>
            <a:r>
              <a:rPr sz="2700" b="1" spc="-25" dirty="0">
                <a:latin typeface="Tahoma"/>
                <a:cs typeface="Tahoma"/>
              </a:rPr>
              <a:t>PDF </a:t>
            </a:r>
            <a:r>
              <a:rPr sz="2700" b="1" spc="-40" dirty="0">
                <a:latin typeface="Tahoma"/>
                <a:cs typeface="Tahoma"/>
              </a:rPr>
              <a:t>challan</a:t>
            </a:r>
            <a:r>
              <a:rPr sz="2700" b="1" spc="-65" dirty="0">
                <a:latin typeface="Tahoma"/>
                <a:cs typeface="Tahoma"/>
              </a:rPr>
              <a:t> </a:t>
            </a:r>
            <a:r>
              <a:rPr sz="2700" b="1" spc="-75" dirty="0">
                <a:latin typeface="Tahoma"/>
                <a:cs typeface="Tahoma"/>
              </a:rPr>
              <a:t>generation,</a:t>
            </a:r>
            <a:r>
              <a:rPr sz="2700" b="1" spc="-65" dirty="0">
                <a:latin typeface="Tahoma"/>
                <a:cs typeface="Tahoma"/>
              </a:rPr>
              <a:t> analytics </a:t>
            </a:r>
            <a:r>
              <a:rPr sz="2700" b="1" spc="-85" dirty="0">
                <a:latin typeface="Tahoma"/>
                <a:cs typeface="Tahoma"/>
              </a:rPr>
              <a:t>dashboards,</a:t>
            </a:r>
            <a:r>
              <a:rPr sz="2700" b="1" spc="-65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and</a:t>
            </a:r>
            <a:r>
              <a:rPr sz="2700" b="1" spc="-60" dirty="0">
                <a:latin typeface="Tahoma"/>
                <a:cs typeface="Tahoma"/>
              </a:rPr>
              <a:t> </a:t>
            </a:r>
            <a:r>
              <a:rPr sz="2700" b="1" spc="-10" dirty="0">
                <a:latin typeface="Tahoma"/>
                <a:cs typeface="Tahoma"/>
              </a:rPr>
              <a:t>email</a:t>
            </a:r>
            <a:r>
              <a:rPr sz="2700" b="1" spc="-65" dirty="0">
                <a:latin typeface="Tahoma"/>
                <a:cs typeface="Tahoma"/>
              </a:rPr>
              <a:t> alerts </a:t>
            </a:r>
            <a:r>
              <a:rPr sz="2700" b="1" dirty="0">
                <a:latin typeface="Tahoma"/>
                <a:cs typeface="Tahoma"/>
              </a:rPr>
              <a:t>to</a:t>
            </a:r>
            <a:r>
              <a:rPr sz="2700" b="1" spc="-65" dirty="0">
                <a:latin typeface="Tahoma"/>
                <a:cs typeface="Tahoma"/>
              </a:rPr>
              <a:t> </a:t>
            </a:r>
            <a:r>
              <a:rPr sz="2700" b="1" spc="-100" dirty="0">
                <a:latin typeface="Tahoma"/>
                <a:cs typeface="Tahoma"/>
              </a:rPr>
              <a:t>supervisors.</a:t>
            </a:r>
            <a:r>
              <a:rPr sz="2700" b="1" spc="-65" dirty="0">
                <a:latin typeface="Tahoma"/>
                <a:cs typeface="Tahoma"/>
              </a:rPr>
              <a:t> </a:t>
            </a:r>
            <a:r>
              <a:rPr sz="2700" b="1" spc="-25" dirty="0">
                <a:latin typeface="Tahoma"/>
                <a:cs typeface="Tahoma"/>
              </a:rPr>
              <a:t>The </a:t>
            </a:r>
            <a:r>
              <a:rPr sz="2700" b="1" spc="-20" dirty="0">
                <a:latin typeface="Tahoma"/>
                <a:cs typeface="Tahoma"/>
              </a:rPr>
              <a:t>system</a:t>
            </a:r>
            <a:r>
              <a:rPr sz="2700" b="1" spc="-105" dirty="0">
                <a:latin typeface="Tahoma"/>
                <a:cs typeface="Tahoma"/>
              </a:rPr>
              <a:t> </a:t>
            </a:r>
            <a:r>
              <a:rPr sz="2700" b="1" spc="-30" dirty="0">
                <a:latin typeface="Tahoma"/>
                <a:cs typeface="Tahoma"/>
              </a:rPr>
              <a:t>ensures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rapid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spc="-60" dirty="0">
                <a:latin typeface="Tahoma"/>
                <a:cs typeface="Tahoma"/>
              </a:rPr>
              <a:t>identification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of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spc="-20" dirty="0">
                <a:latin typeface="Tahoma"/>
                <a:cs typeface="Tahoma"/>
              </a:rPr>
              <a:t>unsafe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spc="-90" dirty="0">
                <a:latin typeface="Tahoma"/>
                <a:cs typeface="Tahoma"/>
              </a:rPr>
              <a:t>behavior,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helping</a:t>
            </a:r>
            <a:r>
              <a:rPr sz="2700" b="1" spc="-95" dirty="0">
                <a:latin typeface="Tahoma"/>
                <a:cs typeface="Tahoma"/>
              </a:rPr>
              <a:t> </a:t>
            </a:r>
            <a:r>
              <a:rPr sz="2700" b="1" spc="-70" dirty="0">
                <a:latin typeface="Tahoma"/>
                <a:cs typeface="Tahoma"/>
              </a:rPr>
              <a:t>organizations </a:t>
            </a:r>
            <a:r>
              <a:rPr sz="2700" b="1" spc="-60" dirty="0">
                <a:latin typeface="Tahoma"/>
                <a:cs typeface="Tahoma"/>
              </a:rPr>
              <a:t>reduce</a:t>
            </a:r>
            <a:r>
              <a:rPr sz="2700" b="1" spc="-325" dirty="0">
                <a:latin typeface="Tahoma"/>
                <a:cs typeface="Tahoma"/>
              </a:rPr>
              <a:t> </a:t>
            </a:r>
            <a:r>
              <a:rPr sz="2700" b="1" spc="-80" dirty="0">
                <a:latin typeface="Tahoma"/>
                <a:cs typeface="Tahoma"/>
              </a:rPr>
              <a:t>workplace</a:t>
            </a:r>
            <a:r>
              <a:rPr sz="2700" b="1" spc="-320" dirty="0">
                <a:latin typeface="Tahoma"/>
                <a:cs typeface="Tahoma"/>
              </a:rPr>
              <a:t> </a:t>
            </a:r>
            <a:r>
              <a:rPr sz="2700" b="1" spc="-70" dirty="0">
                <a:latin typeface="Tahoma"/>
                <a:cs typeface="Tahoma"/>
              </a:rPr>
              <a:t>accidents</a:t>
            </a:r>
            <a:r>
              <a:rPr sz="2700" b="1" spc="-320" dirty="0">
                <a:latin typeface="Tahoma"/>
                <a:cs typeface="Tahoma"/>
              </a:rPr>
              <a:t> </a:t>
            </a:r>
            <a:r>
              <a:rPr sz="2700" b="1" dirty="0">
                <a:latin typeface="Tahoma"/>
                <a:cs typeface="Tahoma"/>
              </a:rPr>
              <a:t>and</a:t>
            </a:r>
            <a:r>
              <a:rPr sz="2700" b="1" spc="-320" dirty="0">
                <a:latin typeface="Tahoma"/>
                <a:cs typeface="Tahoma"/>
              </a:rPr>
              <a:t> </a:t>
            </a:r>
            <a:r>
              <a:rPr sz="2700" b="1" spc="-80" dirty="0">
                <a:latin typeface="Tahoma"/>
                <a:cs typeface="Tahoma"/>
              </a:rPr>
              <a:t>maintain</a:t>
            </a:r>
            <a:r>
              <a:rPr sz="2700" b="1" spc="-325" dirty="0">
                <a:latin typeface="Tahoma"/>
                <a:cs typeface="Tahoma"/>
              </a:rPr>
              <a:t> </a:t>
            </a:r>
            <a:r>
              <a:rPr sz="2700" b="1" spc="-105" dirty="0">
                <a:latin typeface="Tahoma"/>
                <a:cs typeface="Tahoma"/>
              </a:rPr>
              <a:t>regulatory</a:t>
            </a:r>
            <a:r>
              <a:rPr sz="2700" b="1" spc="-320" dirty="0">
                <a:latin typeface="Tahoma"/>
                <a:cs typeface="Tahoma"/>
              </a:rPr>
              <a:t> </a:t>
            </a:r>
            <a:r>
              <a:rPr sz="2700" b="1" spc="-10" dirty="0">
                <a:latin typeface="Tahoma"/>
                <a:cs typeface="Tahoma"/>
              </a:rPr>
              <a:t>compliance.</a:t>
            </a:r>
            <a:endParaRPr sz="2700" dirty="0">
              <a:latin typeface="Tahoma"/>
              <a:cs typeface="Tahoma"/>
            </a:endParaRPr>
          </a:p>
          <a:p>
            <a:pPr marL="623570" marR="6350" algn="just">
              <a:lnSpc>
                <a:spcPct val="102499"/>
              </a:lnSpc>
              <a:spcBef>
                <a:spcPts val="3035"/>
              </a:spcBef>
            </a:pPr>
            <a:r>
              <a:rPr sz="2500" b="1" spc="-20" dirty="0">
                <a:latin typeface="Tahoma"/>
                <a:cs typeface="Tahoma"/>
              </a:rPr>
              <a:t>The</a:t>
            </a:r>
            <a:r>
              <a:rPr sz="2500" b="1" spc="-110" dirty="0">
                <a:latin typeface="Tahoma"/>
                <a:cs typeface="Tahoma"/>
              </a:rPr>
              <a:t> </a:t>
            </a:r>
            <a:r>
              <a:rPr sz="2500" b="1" spc="-95" dirty="0">
                <a:latin typeface="Tahoma"/>
                <a:cs typeface="Tahoma"/>
              </a:rPr>
              <a:t>project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105" dirty="0">
                <a:latin typeface="Tahoma"/>
                <a:cs typeface="Tahoma"/>
              </a:rPr>
              <a:t>integrates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75" dirty="0">
                <a:latin typeface="Tahoma"/>
                <a:cs typeface="Tahoma"/>
              </a:rPr>
              <a:t>Python, </a:t>
            </a:r>
            <a:r>
              <a:rPr sz="2500" b="1" spc="-135" dirty="0">
                <a:latin typeface="Tahoma"/>
                <a:cs typeface="Tahoma"/>
              </a:rPr>
              <a:t>Streamlit,</a:t>
            </a:r>
            <a:r>
              <a:rPr sz="2500" b="1" spc="-50" dirty="0">
                <a:latin typeface="Tahoma"/>
                <a:cs typeface="Tahoma"/>
              </a:rPr>
              <a:t> </a:t>
            </a:r>
            <a:r>
              <a:rPr sz="2500" b="1" spc="-60" dirty="0">
                <a:latin typeface="Tahoma"/>
                <a:cs typeface="Tahoma"/>
              </a:rPr>
              <a:t>OpenCV,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and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105" dirty="0">
                <a:latin typeface="Tahoma"/>
                <a:cs typeface="Tahoma"/>
              </a:rPr>
              <a:t>YOLOv8,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60" dirty="0">
                <a:latin typeface="Tahoma"/>
                <a:cs typeface="Tahoma"/>
              </a:rPr>
              <a:t>supported</a:t>
            </a:r>
            <a:r>
              <a:rPr sz="2500" b="1" spc="-7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by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a</a:t>
            </a:r>
            <a:r>
              <a:rPr sz="2500" b="1" spc="-80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clean </a:t>
            </a:r>
            <a:r>
              <a:rPr sz="2500" b="1" spc="-430" dirty="0">
                <a:latin typeface="Tahoma"/>
                <a:cs typeface="Tahoma"/>
              </a:rPr>
              <a:t>UI,</a:t>
            </a:r>
            <a:r>
              <a:rPr sz="2500" b="1" spc="245" dirty="0">
                <a:latin typeface="Tahoma"/>
                <a:cs typeface="Tahoma"/>
              </a:rPr>
              <a:t> </a:t>
            </a:r>
            <a:r>
              <a:rPr sz="2500" b="1" spc="-110" dirty="0">
                <a:latin typeface="Tahoma"/>
                <a:cs typeface="Tahoma"/>
              </a:rPr>
              <a:t>database</a:t>
            </a:r>
            <a:r>
              <a:rPr sz="2500" b="1" spc="-75" dirty="0">
                <a:latin typeface="Tahoma"/>
                <a:cs typeface="Tahoma"/>
              </a:rPr>
              <a:t> </a:t>
            </a:r>
            <a:r>
              <a:rPr sz="2500" b="1" spc="-145" dirty="0">
                <a:latin typeface="Tahoma"/>
                <a:cs typeface="Tahoma"/>
              </a:rPr>
              <a:t>storage,</a:t>
            </a:r>
            <a:r>
              <a:rPr sz="2500" b="1" spc="-40" dirty="0">
                <a:latin typeface="Tahoma"/>
                <a:cs typeface="Tahoma"/>
              </a:rPr>
              <a:t> </a:t>
            </a:r>
            <a:r>
              <a:rPr sz="2500" b="1" spc="-80" dirty="0">
                <a:latin typeface="Tahoma"/>
                <a:cs typeface="Tahoma"/>
              </a:rPr>
              <a:t>and</a:t>
            </a:r>
            <a:r>
              <a:rPr sz="2500" b="1" spc="-105" dirty="0">
                <a:latin typeface="Tahoma"/>
                <a:cs typeface="Tahoma"/>
              </a:rPr>
              <a:t> </a:t>
            </a:r>
            <a:r>
              <a:rPr sz="2500" b="1" spc="-100" dirty="0">
                <a:latin typeface="Tahoma"/>
                <a:cs typeface="Tahoma"/>
              </a:rPr>
              <a:t>reporting</a:t>
            </a:r>
            <a:r>
              <a:rPr sz="2500" b="1" spc="-85" dirty="0">
                <a:latin typeface="Tahoma"/>
                <a:cs typeface="Tahoma"/>
              </a:rPr>
              <a:t> </a:t>
            </a:r>
            <a:r>
              <a:rPr sz="2500" b="1" spc="-160" dirty="0">
                <a:latin typeface="Tahoma"/>
                <a:cs typeface="Tahoma"/>
              </a:rPr>
              <a:t>features.</a:t>
            </a:r>
            <a:r>
              <a:rPr sz="2500" b="1" spc="-10" dirty="0">
                <a:latin typeface="Tahoma"/>
                <a:cs typeface="Tahoma"/>
              </a:rPr>
              <a:t> </a:t>
            </a:r>
            <a:r>
              <a:rPr sz="2500" b="1" spc="-110" dirty="0">
                <a:latin typeface="Tahoma"/>
                <a:cs typeface="Tahoma"/>
              </a:rPr>
              <a:t>The</a:t>
            </a:r>
            <a:r>
              <a:rPr sz="2500" b="1" spc="-10" dirty="0">
                <a:latin typeface="Tahoma"/>
                <a:cs typeface="Tahoma"/>
              </a:rPr>
              <a:t> </a:t>
            </a:r>
            <a:r>
              <a:rPr sz="2500" b="1" spc="-114" dirty="0">
                <a:latin typeface="Tahoma"/>
                <a:cs typeface="Tahoma"/>
              </a:rPr>
              <a:t>solution</a:t>
            </a:r>
            <a:r>
              <a:rPr sz="2500" b="1" spc="-5" dirty="0">
                <a:latin typeface="Tahoma"/>
                <a:cs typeface="Tahoma"/>
              </a:rPr>
              <a:t> </a:t>
            </a:r>
            <a:r>
              <a:rPr sz="2500" b="1" spc="-155" dirty="0">
                <a:latin typeface="Tahoma"/>
                <a:cs typeface="Tahoma"/>
              </a:rPr>
              <a:t>was</a:t>
            </a:r>
            <a:r>
              <a:rPr sz="2500" b="1" spc="-5" dirty="0">
                <a:latin typeface="Tahoma"/>
                <a:cs typeface="Tahoma"/>
              </a:rPr>
              <a:t> </a:t>
            </a:r>
            <a:r>
              <a:rPr sz="2500" b="1" spc="-90" dirty="0">
                <a:latin typeface="Tahoma"/>
                <a:cs typeface="Tahoma"/>
              </a:rPr>
              <a:t>developed</a:t>
            </a:r>
            <a:r>
              <a:rPr sz="2500" b="1" spc="-5" dirty="0">
                <a:latin typeface="Tahoma"/>
                <a:cs typeface="Tahoma"/>
              </a:rPr>
              <a:t> </a:t>
            </a:r>
            <a:r>
              <a:rPr sz="2500" b="1" spc="-210" dirty="0">
                <a:latin typeface="Tahoma"/>
                <a:cs typeface="Tahoma"/>
              </a:rPr>
              <a:t>as</a:t>
            </a:r>
            <a:r>
              <a:rPr sz="2500" b="1" spc="25" dirty="0">
                <a:latin typeface="Tahoma"/>
                <a:cs typeface="Tahoma"/>
              </a:rPr>
              <a:t> </a:t>
            </a:r>
            <a:r>
              <a:rPr sz="2500" b="1" spc="-135" dirty="0">
                <a:latin typeface="Tahoma"/>
                <a:cs typeface="Tahoma"/>
              </a:rPr>
              <a:t>part</a:t>
            </a:r>
            <a:r>
              <a:rPr sz="2500" b="1" spc="-5" dirty="0">
                <a:latin typeface="Tahoma"/>
                <a:cs typeface="Tahoma"/>
              </a:rPr>
              <a:t> </a:t>
            </a:r>
            <a:r>
              <a:rPr sz="2500" b="1" spc="-175" dirty="0">
                <a:latin typeface="Tahoma"/>
                <a:cs typeface="Tahoma"/>
              </a:rPr>
              <a:t>of</a:t>
            </a:r>
            <a:r>
              <a:rPr sz="2500" b="1" spc="-10" dirty="0">
                <a:latin typeface="Tahoma"/>
                <a:cs typeface="Tahoma"/>
              </a:rPr>
              <a:t> </a:t>
            </a:r>
            <a:r>
              <a:rPr sz="2500" b="1" spc="-25" dirty="0">
                <a:latin typeface="Tahoma"/>
                <a:cs typeface="Tahoma"/>
              </a:rPr>
              <a:t>the </a:t>
            </a:r>
            <a:r>
              <a:rPr sz="2500" b="1" spc="-120" dirty="0">
                <a:latin typeface="Tahoma"/>
                <a:cs typeface="Tahoma"/>
              </a:rPr>
              <a:t>Infosys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50" dirty="0">
                <a:latin typeface="Tahoma"/>
                <a:cs typeface="Tahoma"/>
              </a:rPr>
              <a:t>Springboard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35" dirty="0">
                <a:latin typeface="Tahoma"/>
                <a:cs typeface="Tahoma"/>
              </a:rPr>
              <a:t>Virtual</a:t>
            </a:r>
            <a:r>
              <a:rPr sz="2500" b="1" spc="-50" dirty="0">
                <a:latin typeface="Tahoma"/>
                <a:cs typeface="Tahoma"/>
              </a:rPr>
              <a:t> </a:t>
            </a:r>
            <a:r>
              <a:rPr sz="2500" b="1" spc="-125" dirty="0">
                <a:latin typeface="Tahoma"/>
                <a:cs typeface="Tahoma"/>
              </a:rPr>
              <a:t>Internship,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45" dirty="0">
                <a:latin typeface="Tahoma"/>
                <a:cs typeface="Tahoma"/>
              </a:rPr>
              <a:t>demonstrating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45" dirty="0">
                <a:latin typeface="Tahoma"/>
                <a:cs typeface="Tahoma"/>
              </a:rPr>
              <a:t>practical</a:t>
            </a:r>
            <a:r>
              <a:rPr sz="2500" b="1" spc="-50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knowledge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dirty="0">
                <a:latin typeface="Tahoma"/>
                <a:cs typeface="Tahoma"/>
              </a:rPr>
              <a:t>in</a:t>
            </a:r>
            <a:r>
              <a:rPr sz="2500" b="1" spc="-55" dirty="0">
                <a:latin typeface="Tahoma"/>
                <a:cs typeface="Tahoma"/>
              </a:rPr>
              <a:t> </a:t>
            </a:r>
            <a:r>
              <a:rPr sz="2500" b="1" spc="-20" dirty="0">
                <a:latin typeface="Tahoma"/>
                <a:cs typeface="Tahoma"/>
              </a:rPr>
              <a:t>deep </a:t>
            </a:r>
            <a:r>
              <a:rPr sz="2500" b="1" spc="-114" dirty="0">
                <a:latin typeface="Tahoma"/>
                <a:cs typeface="Tahoma"/>
              </a:rPr>
              <a:t>learning,</a:t>
            </a:r>
            <a:r>
              <a:rPr sz="2500" b="1" spc="-295" dirty="0">
                <a:latin typeface="Tahoma"/>
                <a:cs typeface="Tahoma"/>
              </a:rPr>
              <a:t> </a:t>
            </a:r>
            <a:r>
              <a:rPr sz="2500" b="1" spc="-235" dirty="0">
                <a:latin typeface="Tahoma"/>
                <a:cs typeface="Tahoma"/>
              </a:rPr>
              <a:t>UI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85" dirty="0">
                <a:latin typeface="Tahoma"/>
                <a:cs typeface="Tahoma"/>
              </a:rPr>
              <a:t>development,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20" dirty="0">
                <a:latin typeface="Tahoma"/>
                <a:cs typeface="Tahoma"/>
              </a:rPr>
              <a:t>and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170" dirty="0">
                <a:latin typeface="Tahoma"/>
                <a:cs typeface="Tahoma"/>
              </a:rPr>
              <a:t>full-</a:t>
            </a:r>
            <a:r>
              <a:rPr sz="2500" b="1" spc="-60" dirty="0">
                <a:latin typeface="Tahoma"/>
                <a:cs typeface="Tahoma"/>
              </a:rPr>
              <a:t>stack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95" dirty="0">
                <a:latin typeface="Tahoma"/>
                <a:cs typeface="Tahoma"/>
              </a:rPr>
              <a:t>project</a:t>
            </a:r>
            <a:r>
              <a:rPr sz="2500" b="1" spc="-290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integration.</a:t>
            </a:r>
            <a:endParaRPr sz="25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60785" y="628302"/>
              <a:ext cx="1665605" cy="589280"/>
            </a:xfrm>
            <a:custGeom>
              <a:avLst/>
              <a:gdLst/>
              <a:ahLst/>
              <a:cxnLst/>
              <a:rect l="l" t="t" r="r" b="b"/>
              <a:pathLst>
                <a:path w="1665604" h="589280">
                  <a:moveTo>
                    <a:pt x="137136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8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8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371364" y="0"/>
                  </a:lnTo>
                  <a:lnTo>
                    <a:pt x="1419128" y="3854"/>
                  </a:lnTo>
                  <a:lnTo>
                    <a:pt x="1464438" y="15012"/>
                  </a:lnTo>
                  <a:lnTo>
                    <a:pt x="1506688" y="32867"/>
                  </a:lnTo>
                  <a:lnTo>
                    <a:pt x="1545272" y="56814"/>
                  </a:lnTo>
                  <a:lnTo>
                    <a:pt x="1579583" y="86247"/>
                  </a:lnTo>
                  <a:lnTo>
                    <a:pt x="1609015" y="120558"/>
                  </a:lnTo>
                  <a:lnTo>
                    <a:pt x="1632962" y="159141"/>
                  </a:lnTo>
                  <a:lnTo>
                    <a:pt x="1650818" y="201391"/>
                  </a:lnTo>
                  <a:lnTo>
                    <a:pt x="1661976" y="246701"/>
                  </a:lnTo>
                  <a:lnTo>
                    <a:pt x="1665572" y="291269"/>
                  </a:lnTo>
                  <a:lnTo>
                    <a:pt x="1665572" y="297662"/>
                  </a:lnTo>
                  <a:lnTo>
                    <a:pt x="1661976" y="342229"/>
                  </a:lnTo>
                  <a:lnTo>
                    <a:pt x="1650818" y="387539"/>
                  </a:lnTo>
                  <a:lnTo>
                    <a:pt x="1632962" y="429789"/>
                  </a:lnTo>
                  <a:lnTo>
                    <a:pt x="1609015" y="468373"/>
                  </a:lnTo>
                  <a:lnTo>
                    <a:pt x="1579583" y="502684"/>
                  </a:lnTo>
                  <a:lnTo>
                    <a:pt x="1545272" y="532116"/>
                  </a:lnTo>
                  <a:lnTo>
                    <a:pt x="1506688" y="556063"/>
                  </a:lnTo>
                  <a:lnTo>
                    <a:pt x="1464438" y="573919"/>
                  </a:lnTo>
                  <a:lnTo>
                    <a:pt x="1419128" y="585077"/>
                  </a:lnTo>
                  <a:lnTo>
                    <a:pt x="137136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460786" y="1330063"/>
            <a:ext cx="8353425" cy="8201025"/>
            <a:chOff x="9460786" y="1330063"/>
            <a:chExt cx="8353425" cy="8201025"/>
          </a:xfrm>
        </p:grpSpPr>
        <p:sp>
          <p:nvSpPr>
            <p:cNvPr id="9" name="object 9"/>
            <p:cNvSpPr/>
            <p:nvPr/>
          </p:nvSpPr>
          <p:spPr>
            <a:xfrm>
              <a:off x="15492907" y="1840347"/>
              <a:ext cx="1766570" cy="1766570"/>
            </a:xfrm>
            <a:custGeom>
              <a:avLst/>
              <a:gdLst/>
              <a:ahLst/>
              <a:cxnLst/>
              <a:rect l="l" t="t" r="r" b="b"/>
              <a:pathLst>
                <a:path w="1766569" h="1766570">
                  <a:moveTo>
                    <a:pt x="883196" y="1766393"/>
                  </a:moveTo>
                  <a:lnTo>
                    <a:pt x="834738" y="1765086"/>
                  </a:lnTo>
                  <a:lnTo>
                    <a:pt x="786962" y="1761211"/>
                  </a:lnTo>
                  <a:lnTo>
                    <a:pt x="739937" y="1754833"/>
                  </a:lnTo>
                  <a:lnTo>
                    <a:pt x="693730" y="1746022"/>
                  </a:lnTo>
                  <a:lnTo>
                    <a:pt x="648407" y="1734844"/>
                  </a:lnTo>
                  <a:lnTo>
                    <a:pt x="604038" y="1721367"/>
                  </a:lnTo>
                  <a:lnTo>
                    <a:pt x="560687" y="1705658"/>
                  </a:lnTo>
                  <a:lnTo>
                    <a:pt x="518425" y="1687784"/>
                  </a:lnTo>
                  <a:lnTo>
                    <a:pt x="477316" y="1667812"/>
                  </a:lnTo>
                  <a:lnTo>
                    <a:pt x="437430" y="1645811"/>
                  </a:lnTo>
                  <a:lnTo>
                    <a:pt x="398832" y="1621847"/>
                  </a:lnTo>
                  <a:lnTo>
                    <a:pt x="361591" y="1595987"/>
                  </a:lnTo>
                  <a:lnTo>
                    <a:pt x="325774" y="1568300"/>
                  </a:lnTo>
                  <a:lnTo>
                    <a:pt x="291449" y="1538852"/>
                  </a:lnTo>
                  <a:lnTo>
                    <a:pt x="258682" y="1507711"/>
                  </a:lnTo>
                  <a:lnTo>
                    <a:pt x="227540" y="1474944"/>
                  </a:lnTo>
                  <a:lnTo>
                    <a:pt x="198092" y="1440618"/>
                  </a:lnTo>
                  <a:lnTo>
                    <a:pt x="170405" y="1404801"/>
                  </a:lnTo>
                  <a:lnTo>
                    <a:pt x="144546" y="1367560"/>
                  </a:lnTo>
                  <a:lnTo>
                    <a:pt x="120582" y="1328963"/>
                  </a:lnTo>
                  <a:lnTo>
                    <a:pt x="98580" y="1289076"/>
                  </a:lnTo>
                  <a:lnTo>
                    <a:pt x="78609" y="1247968"/>
                  </a:lnTo>
                  <a:lnTo>
                    <a:pt x="60735" y="1205705"/>
                  </a:lnTo>
                  <a:lnTo>
                    <a:pt x="45025" y="1162355"/>
                  </a:lnTo>
                  <a:lnTo>
                    <a:pt x="31548" y="1117985"/>
                  </a:lnTo>
                  <a:lnTo>
                    <a:pt x="20370" y="1072663"/>
                  </a:lnTo>
                  <a:lnTo>
                    <a:pt x="11559" y="1026455"/>
                  </a:lnTo>
                  <a:lnTo>
                    <a:pt x="5182" y="979430"/>
                  </a:lnTo>
                  <a:lnTo>
                    <a:pt x="1306" y="931655"/>
                  </a:lnTo>
                  <a:lnTo>
                    <a:pt x="0" y="883196"/>
                  </a:lnTo>
                  <a:lnTo>
                    <a:pt x="1306" y="834738"/>
                  </a:lnTo>
                  <a:lnTo>
                    <a:pt x="5182" y="786962"/>
                  </a:lnTo>
                  <a:lnTo>
                    <a:pt x="11559" y="739937"/>
                  </a:lnTo>
                  <a:lnTo>
                    <a:pt x="20370" y="693730"/>
                  </a:lnTo>
                  <a:lnTo>
                    <a:pt x="31548" y="648408"/>
                  </a:lnTo>
                  <a:lnTo>
                    <a:pt x="45025" y="604038"/>
                  </a:lnTo>
                  <a:lnTo>
                    <a:pt x="60735" y="560688"/>
                  </a:lnTo>
                  <a:lnTo>
                    <a:pt x="78609" y="518425"/>
                  </a:lnTo>
                  <a:lnTo>
                    <a:pt x="98580" y="477317"/>
                  </a:lnTo>
                  <a:lnTo>
                    <a:pt x="120582" y="437430"/>
                  </a:lnTo>
                  <a:lnTo>
                    <a:pt x="144546" y="398833"/>
                  </a:lnTo>
                  <a:lnTo>
                    <a:pt x="170405" y="361592"/>
                  </a:lnTo>
                  <a:lnTo>
                    <a:pt x="198092" y="325775"/>
                  </a:lnTo>
                  <a:lnTo>
                    <a:pt x="227540" y="291449"/>
                  </a:lnTo>
                  <a:lnTo>
                    <a:pt x="258682" y="258682"/>
                  </a:lnTo>
                  <a:lnTo>
                    <a:pt x="291449" y="227541"/>
                  </a:lnTo>
                  <a:lnTo>
                    <a:pt x="325774" y="198093"/>
                  </a:lnTo>
                  <a:lnTo>
                    <a:pt x="361591" y="170405"/>
                  </a:lnTo>
                  <a:lnTo>
                    <a:pt x="398832" y="144546"/>
                  </a:lnTo>
                  <a:lnTo>
                    <a:pt x="437430" y="120582"/>
                  </a:lnTo>
                  <a:lnTo>
                    <a:pt x="477316" y="98580"/>
                  </a:lnTo>
                  <a:lnTo>
                    <a:pt x="518425" y="78609"/>
                  </a:lnTo>
                  <a:lnTo>
                    <a:pt x="560687" y="60735"/>
                  </a:lnTo>
                  <a:lnTo>
                    <a:pt x="604038" y="45025"/>
                  </a:lnTo>
                  <a:lnTo>
                    <a:pt x="648407" y="31548"/>
                  </a:lnTo>
                  <a:lnTo>
                    <a:pt x="693730" y="20370"/>
                  </a:lnTo>
                  <a:lnTo>
                    <a:pt x="739937" y="11559"/>
                  </a:lnTo>
                  <a:lnTo>
                    <a:pt x="786962" y="5182"/>
                  </a:lnTo>
                  <a:lnTo>
                    <a:pt x="834738" y="1306"/>
                  </a:lnTo>
                  <a:lnTo>
                    <a:pt x="883196" y="0"/>
                  </a:lnTo>
                  <a:lnTo>
                    <a:pt x="931655" y="1306"/>
                  </a:lnTo>
                  <a:lnTo>
                    <a:pt x="979430" y="5182"/>
                  </a:lnTo>
                  <a:lnTo>
                    <a:pt x="1026455" y="11559"/>
                  </a:lnTo>
                  <a:lnTo>
                    <a:pt x="1072663" y="20370"/>
                  </a:lnTo>
                  <a:lnTo>
                    <a:pt x="1117985" y="31548"/>
                  </a:lnTo>
                  <a:lnTo>
                    <a:pt x="1162355" y="45025"/>
                  </a:lnTo>
                  <a:lnTo>
                    <a:pt x="1205705" y="60735"/>
                  </a:lnTo>
                  <a:lnTo>
                    <a:pt x="1247968" y="78609"/>
                  </a:lnTo>
                  <a:lnTo>
                    <a:pt x="1289076" y="98580"/>
                  </a:lnTo>
                  <a:lnTo>
                    <a:pt x="1328963" y="120582"/>
                  </a:lnTo>
                  <a:lnTo>
                    <a:pt x="1367560" y="144546"/>
                  </a:lnTo>
                  <a:lnTo>
                    <a:pt x="1404801" y="170405"/>
                  </a:lnTo>
                  <a:lnTo>
                    <a:pt x="1440618" y="198093"/>
                  </a:lnTo>
                  <a:lnTo>
                    <a:pt x="1474944" y="227541"/>
                  </a:lnTo>
                  <a:lnTo>
                    <a:pt x="1507711" y="258682"/>
                  </a:lnTo>
                  <a:lnTo>
                    <a:pt x="1538852" y="291449"/>
                  </a:lnTo>
                  <a:lnTo>
                    <a:pt x="1568300" y="325775"/>
                  </a:lnTo>
                  <a:lnTo>
                    <a:pt x="1595987" y="361592"/>
                  </a:lnTo>
                  <a:lnTo>
                    <a:pt x="1621847" y="398833"/>
                  </a:lnTo>
                  <a:lnTo>
                    <a:pt x="1645811" y="437430"/>
                  </a:lnTo>
                  <a:lnTo>
                    <a:pt x="1667812" y="477317"/>
                  </a:lnTo>
                  <a:lnTo>
                    <a:pt x="1687784" y="518425"/>
                  </a:lnTo>
                  <a:lnTo>
                    <a:pt x="1705658" y="560688"/>
                  </a:lnTo>
                  <a:lnTo>
                    <a:pt x="1721367" y="604038"/>
                  </a:lnTo>
                  <a:lnTo>
                    <a:pt x="1734844" y="648408"/>
                  </a:lnTo>
                  <a:lnTo>
                    <a:pt x="1746022" y="693730"/>
                  </a:lnTo>
                  <a:lnTo>
                    <a:pt x="1754833" y="739937"/>
                  </a:lnTo>
                  <a:lnTo>
                    <a:pt x="1761210" y="786962"/>
                  </a:lnTo>
                  <a:lnTo>
                    <a:pt x="1765086" y="834738"/>
                  </a:lnTo>
                  <a:lnTo>
                    <a:pt x="1766393" y="883196"/>
                  </a:lnTo>
                  <a:lnTo>
                    <a:pt x="1765086" y="931655"/>
                  </a:lnTo>
                  <a:lnTo>
                    <a:pt x="1761210" y="979430"/>
                  </a:lnTo>
                  <a:lnTo>
                    <a:pt x="1754833" y="1026455"/>
                  </a:lnTo>
                  <a:lnTo>
                    <a:pt x="1746022" y="1072663"/>
                  </a:lnTo>
                  <a:lnTo>
                    <a:pt x="1734844" y="1117985"/>
                  </a:lnTo>
                  <a:lnTo>
                    <a:pt x="1721367" y="1162355"/>
                  </a:lnTo>
                  <a:lnTo>
                    <a:pt x="1705658" y="1205705"/>
                  </a:lnTo>
                  <a:lnTo>
                    <a:pt x="1687784" y="1247968"/>
                  </a:lnTo>
                  <a:lnTo>
                    <a:pt x="1667812" y="1289076"/>
                  </a:lnTo>
                  <a:lnTo>
                    <a:pt x="1645811" y="1328963"/>
                  </a:lnTo>
                  <a:lnTo>
                    <a:pt x="1621847" y="1367560"/>
                  </a:lnTo>
                  <a:lnTo>
                    <a:pt x="1595987" y="1404801"/>
                  </a:lnTo>
                  <a:lnTo>
                    <a:pt x="1568300" y="1440618"/>
                  </a:lnTo>
                  <a:lnTo>
                    <a:pt x="1538852" y="1474944"/>
                  </a:lnTo>
                  <a:lnTo>
                    <a:pt x="1507711" y="1507711"/>
                  </a:lnTo>
                  <a:lnTo>
                    <a:pt x="1474944" y="1538852"/>
                  </a:lnTo>
                  <a:lnTo>
                    <a:pt x="1440618" y="1568300"/>
                  </a:lnTo>
                  <a:lnTo>
                    <a:pt x="1404801" y="1595987"/>
                  </a:lnTo>
                  <a:lnTo>
                    <a:pt x="1367560" y="1621847"/>
                  </a:lnTo>
                  <a:lnTo>
                    <a:pt x="1328963" y="1645811"/>
                  </a:lnTo>
                  <a:lnTo>
                    <a:pt x="1289076" y="1667812"/>
                  </a:lnTo>
                  <a:lnTo>
                    <a:pt x="1247968" y="1687784"/>
                  </a:lnTo>
                  <a:lnTo>
                    <a:pt x="1205705" y="1705658"/>
                  </a:lnTo>
                  <a:lnTo>
                    <a:pt x="1162355" y="1721367"/>
                  </a:lnTo>
                  <a:lnTo>
                    <a:pt x="1117985" y="1734844"/>
                  </a:lnTo>
                  <a:lnTo>
                    <a:pt x="1072663" y="1746022"/>
                  </a:lnTo>
                  <a:lnTo>
                    <a:pt x="1026455" y="1754833"/>
                  </a:lnTo>
                  <a:lnTo>
                    <a:pt x="979430" y="1761211"/>
                  </a:lnTo>
                  <a:lnTo>
                    <a:pt x="931655" y="1765086"/>
                  </a:lnTo>
                  <a:lnTo>
                    <a:pt x="883196" y="176639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60786" y="3606740"/>
              <a:ext cx="8353425" cy="5924550"/>
            </a:xfrm>
            <a:custGeom>
              <a:avLst/>
              <a:gdLst/>
              <a:ahLst/>
              <a:cxnLst/>
              <a:rect l="l" t="t" r="r" b="b"/>
              <a:pathLst>
                <a:path w="8353425" h="5924550">
                  <a:moveTo>
                    <a:pt x="7867410" y="5924149"/>
                  </a:moveTo>
                  <a:lnTo>
                    <a:pt x="485774" y="5924149"/>
                  </a:lnTo>
                  <a:lnTo>
                    <a:pt x="437762" y="5921772"/>
                  </a:lnTo>
                  <a:lnTo>
                    <a:pt x="390562" y="5914728"/>
                  </a:lnTo>
                  <a:lnTo>
                    <a:pt x="344494" y="5903151"/>
                  </a:lnTo>
                  <a:lnTo>
                    <a:pt x="299876" y="5887171"/>
                  </a:lnTo>
                  <a:lnTo>
                    <a:pt x="257028" y="5866922"/>
                  </a:lnTo>
                  <a:lnTo>
                    <a:pt x="216266" y="5842533"/>
                  </a:lnTo>
                  <a:lnTo>
                    <a:pt x="177911" y="5814138"/>
                  </a:lnTo>
                  <a:lnTo>
                    <a:pt x="142280" y="5781869"/>
                  </a:lnTo>
                  <a:lnTo>
                    <a:pt x="110010" y="5746238"/>
                  </a:lnTo>
                  <a:lnTo>
                    <a:pt x="81615" y="5707882"/>
                  </a:lnTo>
                  <a:lnTo>
                    <a:pt x="57227" y="5667121"/>
                  </a:lnTo>
                  <a:lnTo>
                    <a:pt x="36977" y="5624272"/>
                  </a:lnTo>
                  <a:lnTo>
                    <a:pt x="20997" y="5579654"/>
                  </a:lnTo>
                  <a:lnTo>
                    <a:pt x="9420" y="5533586"/>
                  </a:lnTo>
                  <a:lnTo>
                    <a:pt x="2377" y="5486387"/>
                  </a:lnTo>
                  <a:lnTo>
                    <a:pt x="0" y="543837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867410" y="0"/>
                  </a:lnTo>
                  <a:lnTo>
                    <a:pt x="7915423" y="2377"/>
                  </a:lnTo>
                  <a:lnTo>
                    <a:pt x="7962622" y="9420"/>
                  </a:lnTo>
                  <a:lnTo>
                    <a:pt x="8008690" y="20997"/>
                  </a:lnTo>
                  <a:lnTo>
                    <a:pt x="8053307" y="36977"/>
                  </a:lnTo>
                  <a:lnTo>
                    <a:pt x="8096156" y="57227"/>
                  </a:lnTo>
                  <a:lnTo>
                    <a:pt x="8136917" y="81615"/>
                  </a:lnTo>
                  <a:lnTo>
                    <a:pt x="8175272" y="110010"/>
                  </a:lnTo>
                  <a:lnTo>
                    <a:pt x="8210903" y="142280"/>
                  </a:lnTo>
                  <a:lnTo>
                    <a:pt x="8243173" y="177911"/>
                  </a:lnTo>
                  <a:lnTo>
                    <a:pt x="8271568" y="216266"/>
                  </a:lnTo>
                  <a:lnTo>
                    <a:pt x="8295957" y="257028"/>
                  </a:lnTo>
                  <a:lnTo>
                    <a:pt x="8316207" y="299876"/>
                  </a:lnTo>
                  <a:lnTo>
                    <a:pt x="8332187" y="344494"/>
                  </a:lnTo>
                  <a:lnTo>
                    <a:pt x="8343764" y="390562"/>
                  </a:lnTo>
                  <a:lnTo>
                    <a:pt x="8350808" y="437762"/>
                  </a:lnTo>
                  <a:lnTo>
                    <a:pt x="8353185" y="485774"/>
                  </a:lnTo>
                  <a:lnTo>
                    <a:pt x="8353185" y="5438374"/>
                  </a:lnTo>
                  <a:lnTo>
                    <a:pt x="8350808" y="5486387"/>
                  </a:lnTo>
                  <a:lnTo>
                    <a:pt x="8343764" y="5533586"/>
                  </a:lnTo>
                  <a:lnTo>
                    <a:pt x="8332187" y="5579654"/>
                  </a:lnTo>
                  <a:lnTo>
                    <a:pt x="8316207" y="5624272"/>
                  </a:lnTo>
                  <a:lnTo>
                    <a:pt x="8295957" y="5667121"/>
                  </a:lnTo>
                  <a:lnTo>
                    <a:pt x="8271568" y="5707882"/>
                  </a:lnTo>
                  <a:lnTo>
                    <a:pt x="8243173" y="5746238"/>
                  </a:lnTo>
                  <a:lnTo>
                    <a:pt x="8210903" y="5781869"/>
                  </a:lnTo>
                  <a:lnTo>
                    <a:pt x="8175272" y="5814138"/>
                  </a:lnTo>
                  <a:lnTo>
                    <a:pt x="8136917" y="5842533"/>
                  </a:lnTo>
                  <a:lnTo>
                    <a:pt x="8096156" y="5866922"/>
                  </a:lnTo>
                  <a:lnTo>
                    <a:pt x="8053307" y="5887171"/>
                  </a:lnTo>
                  <a:lnTo>
                    <a:pt x="8008690" y="5903151"/>
                  </a:lnTo>
                  <a:lnTo>
                    <a:pt x="7962622" y="5914728"/>
                  </a:lnTo>
                  <a:lnTo>
                    <a:pt x="7915423" y="5921772"/>
                  </a:lnTo>
                  <a:lnTo>
                    <a:pt x="7867410" y="5924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68701" y="1330063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290597" y="581194"/>
                  </a:moveTo>
                  <a:lnTo>
                    <a:pt x="243460" y="577390"/>
                  </a:lnTo>
                  <a:lnTo>
                    <a:pt x="198745" y="566379"/>
                  </a:lnTo>
                  <a:lnTo>
                    <a:pt x="157050" y="548758"/>
                  </a:lnTo>
                  <a:lnTo>
                    <a:pt x="118973" y="525125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5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3" y="56068"/>
                  </a:lnTo>
                  <a:lnTo>
                    <a:pt x="157050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19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1"/>
                  </a:lnTo>
                  <a:lnTo>
                    <a:pt x="566379" y="198745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20"/>
                  </a:lnTo>
                  <a:lnTo>
                    <a:pt x="496080" y="496080"/>
                  </a:lnTo>
                  <a:lnTo>
                    <a:pt x="462219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507" y="305937"/>
            <a:ext cx="1257299" cy="1257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316" y="2121819"/>
            <a:ext cx="8784670" cy="40748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28345">
              <a:lnSpc>
                <a:spcPct val="100000"/>
              </a:lnSpc>
              <a:spcBef>
                <a:spcPts val="110"/>
              </a:spcBef>
            </a:pPr>
            <a:r>
              <a:rPr sz="5800" b="1" spc="-310" dirty="0">
                <a:solidFill>
                  <a:srgbClr val="0F1B40"/>
                </a:solidFill>
                <a:latin typeface="Tahoma"/>
                <a:cs typeface="Tahoma"/>
              </a:rPr>
              <a:t>I</a:t>
            </a:r>
            <a:r>
              <a:rPr sz="5800" b="1" spc="-125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r>
              <a:rPr sz="5800" b="1" spc="-140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r>
              <a:rPr sz="5800" b="1" spc="-204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5800" b="1" spc="-13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5800" b="1" spc="-120" dirty="0">
                <a:solidFill>
                  <a:srgbClr val="0F1B40"/>
                </a:solidFill>
                <a:latin typeface="Tahoma"/>
                <a:cs typeface="Tahoma"/>
              </a:rPr>
              <a:t>d</a:t>
            </a:r>
            <a:r>
              <a:rPr sz="5800" b="1" spc="-130" dirty="0">
                <a:solidFill>
                  <a:srgbClr val="0F1B40"/>
                </a:solidFill>
                <a:latin typeface="Tahoma"/>
                <a:cs typeface="Tahoma"/>
              </a:rPr>
              <a:t>u</a:t>
            </a:r>
            <a:r>
              <a:rPr sz="5800" b="1" spc="-75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5800" b="1" spc="-140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r>
              <a:rPr sz="5800" b="1" spc="-155" dirty="0">
                <a:solidFill>
                  <a:srgbClr val="0F1B40"/>
                </a:solidFill>
                <a:latin typeface="Tahoma"/>
                <a:cs typeface="Tahoma"/>
              </a:rPr>
              <a:t>i</a:t>
            </a:r>
            <a:r>
              <a:rPr sz="5800" b="1" spc="-13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5800" b="1" spc="190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endParaRPr sz="5800" dirty="0">
              <a:latin typeface="Tahoma"/>
              <a:cs typeface="Tahoma"/>
            </a:endParaRPr>
          </a:p>
          <a:p>
            <a:pPr marL="12700" marR="5080" algn="just">
              <a:lnSpc>
                <a:spcPct val="102899"/>
              </a:lnSpc>
              <a:spcBef>
                <a:spcPts val="2940"/>
              </a:spcBef>
            </a:pP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Ensuring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workplace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safety</a:t>
            </a:r>
            <a:r>
              <a:rPr sz="2550" spc="2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is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a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5" dirty="0">
                <a:solidFill>
                  <a:srgbClr val="0F1B40"/>
                </a:solidFill>
                <a:latin typeface="Verdana"/>
                <a:cs typeface="Verdana"/>
              </a:rPr>
              <a:t>critical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14" dirty="0">
                <a:solidFill>
                  <a:srgbClr val="0F1B40"/>
                </a:solidFill>
                <a:latin typeface="Verdana"/>
                <a:cs typeface="Verdana"/>
              </a:rPr>
              <a:t>responsibility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5" dirty="0">
                <a:solidFill>
                  <a:srgbClr val="0F1B40"/>
                </a:solidFill>
                <a:latin typeface="Verdana"/>
                <a:cs typeface="Verdana"/>
              </a:rPr>
              <a:t>in </a:t>
            </a:r>
            <a:r>
              <a:rPr sz="2550" spc="-204" dirty="0">
                <a:solidFill>
                  <a:srgbClr val="0F1B40"/>
                </a:solidFill>
                <a:latin typeface="Verdana"/>
                <a:cs typeface="Verdana"/>
              </a:rPr>
              <a:t>industrial,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50" dirty="0">
                <a:solidFill>
                  <a:srgbClr val="0F1B40"/>
                </a:solidFill>
                <a:latin typeface="Verdana"/>
                <a:cs typeface="Verdana"/>
              </a:rPr>
              <a:t>manufacturing,</a:t>
            </a:r>
            <a:r>
              <a:rPr sz="2550" spc="-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10" dirty="0">
                <a:solidFill>
                  <a:srgbClr val="0F1B40"/>
                </a:solidFill>
                <a:latin typeface="Verdana"/>
                <a:cs typeface="Verdana"/>
              </a:rPr>
              <a:t>and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30" dirty="0">
                <a:solidFill>
                  <a:srgbClr val="0F1B40"/>
                </a:solidFill>
                <a:latin typeface="Verdana"/>
                <a:cs typeface="Verdana"/>
              </a:rPr>
              <a:t>construction</a:t>
            </a:r>
            <a:r>
              <a:rPr sz="2550" spc="-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30" dirty="0">
                <a:solidFill>
                  <a:srgbClr val="0F1B40"/>
                </a:solidFill>
                <a:latin typeface="Verdana"/>
                <a:cs typeface="Verdana"/>
              </a:rPr>
              <a:t>environments. </a:t>
            </a:r>
            <a:r>
              <a:rPr sz="2550" spc="-114" dirty="0">
                <a:solidFill>
                  <a:srgbClr val="0F1B40"/>
                </a:solidFill>
                <a:latin typeface="Verdana"/>
                <a:cs typeface="Verdana"/>
              </a:rPr>
              <a:t>Workers</a:t>
            </a:r>
            <a:r>
              <a:rPr sz="2550" spc="-1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50" dirty="0">
                <a:solidFill>
                  <a:srgbClr val="0F1B40"/>
                </a:solidFill>
                <a:latin typeface="Verdana"/>
                <a:cs typeface="Verdana"/>
              </a:rPr>
              <a:t>are</a:t>
            </a:r>
            <a:r>
              <a:rPr sz="2550" spc="-1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90" dirty="0">
                <a:solidFill>
                  <a:srgbClr val="0F1B40"/>
                </a:solidFill>
                <a:latin typeface="Verdana"/>
                <a:cs typeface="Verdana"/>
              </a:rPr>
              <a:t>required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to</a:t>
            </a:r>
            <a:r>
              <a:rPr sz="2550" spc="-22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95" dirty="0">
                <a:solidFill>
                  <a:srgbClr val="0F1B40"/>
                </a:solidFill>
                <a:latin typeface="Verdana"/>
                <a:cs typeface="Verdana"/>
              </a:rPr>
              <a:t>fo</a:t>
            </a:r>
            <a:r>
              <a:rPr sz="2550" spc="2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low </a:t>
            </a:r>
            <a:r>
              <a:rPr sz="2550" spc="-90" dirty="0">
                <a:solidFill>
                  <a:srgbClr val="0F1B40"/>
                </a:solidFill>
                <a:latin typeface="Verdana"/>
                <a:cs typeface="Verdana"/>
              </a:rPr>
              <a:t>strict</a:t>
            </a:r>
            <a:r>
              <a:rPr sz="2550" spc="4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90" dirty="0">
                <a:solidFill>
                  <a:srgbClr val="0F1B40"/>
                </a:solidFill>
                <a:latin typeface="Verdana"/>
                <a:cs typeface="Verdana"/>
              </a:rPr>
              <a:t>Personal</a:t>
            </a:r>
            <a:r>
              <a:rPr sz="2550" spc="4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95" dirty="0">
                <a:solidFill>
                  <a:srgbClr val="0F1B40"/>
                </a:solidFill>
                <a:latin typeface="Verdana"/>
                <a:cs typeface="Verdana"/>
              </a:rPr>
              <a:t>Protective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Equipment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(PPE)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10" dirty="0">
                <a:solidFill>
                  <a:srgbClr val="0F1B40"/>
                </a:solidFill>
                <a:latin typeface="Verdana"/>
                <a:cs typeface="Verdana"/>
              </a:rPr>
              <a:t>guidelines,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such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as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35" dirty="0">
                <a:solidFill>
                  <a:srgbClr val="0F1B40"/>
                </a:solidFill>
                <a:latin typeface="Verdana"/>
                <a:cs typeface="Verdana"/>
              </a:rPr>
              <a:t>wearing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10" dirty="0">
                <a:solidFill>
                  <a:srgbClr val="0F1B40"/>
                </a:solidFill>
                <a:latin typeface="Verdana"/>
                <a:cs typeface="Verdana"/>
              </a:rPr>
              <a:t>helmets, </a:t>
            </a:r>
            <a:r>
              <a:rPr sz="2550" spc="-155" dirty="0">
                <a:solidFill>
                  <a:srgbClr val="0F1B40"/>
                </a:solidFill>
                <a:latin typeface="Verdana"/>
                <a:cs typeface="Verdana"/>
              </a:rPr>
              <a:t>reflective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70" dirty="0">
                <a:solidFill>
                  <a:srgbClr val="0F1B40"/>
                </a:solidFill>
                <a:latin typeface="Verdana"/>
                <a:cs typeface="Verdana"/>
              </a:rPr>
              <a:t>safety</a:t>
            </a:r>
            <a:r>
              <a:rPr sz="2550" spc="-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45" dirty="0">
                <a:solidFill>
                  <a:srgbClr val="0F1B40"/>
                </a:solidFill>
                <a:latin typeface="Verdana"/>
                <a:cs typeface="Verdana"/>
              </a:rPr>
              <a:t>vests,</a:t>
            </a:r>
            <a:r>
              <a:rPr sz="2550" spc="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and</a:t>
            </a:r>
            <a:r>
              <a:rPr sz="2550" spc="-8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face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85" dirty="0">
                <a:solidFill>
                  <a:srgbClr val="0F1B40"/>
                </a:solidFill>
                <a:latin typeface="Verdana"/>
                <a:cs typeface="Verdana"/>
              </a:rPr>
              <a:t>masks.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80" dirty="0">
                <a:solidFill>
                  <a:srgbClr val="0F1B40"/>
                </a:solidFill>
                <a:latin typeface="Verdana"/>
                <a:cs typeface="Verdana"/>
              </a:rPr>
              <a:t>However,</a:t>
            </a:r>
            <a:r>
              <a:rPr sz="2550" spc="-5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0" dirty="0">
                <a:solidFill>
                  <a:srgbClr val="0F1B40"/>
                </a:solidFill>
                <a:latin typeface="Verdana"/>
                <a:cs typeface="Verdana"/>
              </a:rPr>
              <a:t>manual 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monitoring</a:t>
            </a:r>
            <a:r>
              <a:rPr sz="2550" spc="-9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45" dirty="0">
                <a:solidFill>
                  <a:srgbClr val="0F1B40"/>
                </a:solidFill>
                <a:latin typeface="Verdana"/>
                <a:cs typeface="Verdana"/>
              </a:rPr>
              <a:t>of</a:t>
            </a:r>
            <a:r>
              <a:rPr sz="2550" spc="2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45" dirty="0">
                <a:solidFill>
                  <a:srgbClr val="0F1B40"/>
                </a:solidFill>
                <a:latin typeface="Verdana"/>
                <a:cs typeface="Verdana"/>
              </a:rPr>
              <a:t>hundreds</a:t>
            </a:r>
            <a:r>
              <a:rPr sz="2550" spc="-8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45" dirty="0">
                <a:solidFill>
                  <a:srgbClr val="0F1B40"/>
                </a:solidFill>
                <a:latin typeface="Verdana"/>
                <a:cs typeface="Verdana"/>
              </a:rPr>
              <a:t>of</a:t>
            </a:r>
            <a:r>
              <a:rPr sz="2550" spc="2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29" dirty="0">
                <a:solidFill>
                  <a:srgbClr val="0F1B40"/>
                </a:solidFill>
                <a:latin typeface="Verdana"/>
                <a:cs typeface="Verdana"/>
              </a:rPr>
              <a:t>workers</a:t>
            </a:r>
            <a:r>
              <a:rPr sz="2550" spc="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through</a:t>
            </a:r>
            <a:r>
              <a:rPr sz="2550" spc="5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65" dirty="0">
                <a:solidFill>
                  <a:srgbClr val="0F1B40"/>
                </a:solidFill>
                <a:latin typeface="Verdana"/>
                <a:cs typeface="Verdana"/>
              </a:rPr>
              <a:t>CCTV</a:t>
            </a:r>
            <a:r>
              <a:rPr sz="2550" spc="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cameras 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is</a:t>
            </a:r>
            <a:r>
              <a:rPr sz="2550" spc="-5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40" dirty="0">
                <a:solidFill>
                  <a:srgbClr val="0F1B40"/>
                </a:solidFill>
                <a:latin typeface="Verdana"/>
                <a:cs typeface="Verdana"/>
              </a:rPr>
              <a:t>time-</a:t>
            </a:r>
            <a:r>
              <a:rPr sz="2550" spc="-114" dirty="0">
                <a:solidFill>
                  <a:srgbClr val="0F1B40"/>
                </a:solidFill>
                <a:latin typeface="Verdana"/>
                <a:cs typeface="Verdana"/>
              </a:rPr>
              <a:t>consuming,</a:t>
            </a:r>
            <a:r>
              <a:rPr sz="255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45" dirty="0">
                <a:solidFill>
                  <a:srgbClr val="0F1B40"/>
                </a:solidFill>
                <a:latin typeface="Verdana"/>
                <a:cs typeface="Verdana"/>
              </a:rPr>
              <a:t>inefficient,</a:t>
            </a:r>
            <a:r>
              <a:rPr sz="255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and</a:t>
            </a:r>
            <a:r>
              <a:rPr sz="2550" spc="-5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95" dirty="0">
                <a:solidFill>
                  <a:srgbClr val="0F1B40"/>
                </a:solidFill>
                <a:latin typeface="Verdana"/>
                <a:cs typeface="Verdana"/>
              </a:rPr>
              <a:t>prone</a:t>
            </a:r>
            <a:r>
              <a:rPr sz="255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70" dirty="0">
                <a:solidFill>
                  <a:srgbClr val="0F1B40"/>
                </a:solidFill>
                <a:latin typeface="Verdana"/>
                <a:cs typeface="Verdana"/>
              </a:rPr>
              <a:t>to</a:t>
            </a:r>
            <a:r>
              <a:rPr sz="255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30" dirty="0">
                <a:solidFill>
                  <a:srgbClr val="0F1B40"/>
                </a:solidFill>
                <a:latin typeface="Verdana"/>
                <a:cs typeface="Verdana"/>
              </a:rPr>
              <a:t>human</a:t>
            </a:r>
            <a:r>
              <a:rPr sz="2550" spc="-509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0F1B40"/>
                </a:solidFill>
                <a:latin typeface="Verdana"/>
                <a:cs typeface="Verdana"/>
              </a:rPr>
              <a:t>error.</a:t>
            </a:r>
            <a:endParaRPr sz="255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6680" y="6589815"/>
            <a:ext cx="8536305" cy="2017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algn="just">
              <a:lnSpc>
                <a:spcPct val="102899"/>
              </a:lnSpc>
              <a:spcBef>
                <a:spcPts val="30"/>
              </a:spcBef>
            </a:pPr>
            <a:r>
              <a:rPr sz="2550" spc="-250" dirty="0">
                <a:solidFill>
                  <a:srgbClr val="0F1B40"/>
                </a:solidFill>
                <a:latin typeface="Verdana"/>
                <a:cs typeface="Verdana"/>
              </a:rPr>
              <a:t>SafetyEye</a:t>
            </a:r>
            <a:r>
              <a:rPr sz="2550" spc="2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50" dirty="0">
                <a:solidFill>
                  <a:srgbClr val="0F1B40"/>
                </a:solidFill>
                <a:latin typeface="Verdana"/>
                <a:cs typeface="Verdana"/>
              </a:rPr>
              <a:t>is</a:t>
            </a:r>
            <a:r>
              <a:rPr sz="2550" spc="22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80" dirty="0">
                <a:solidFill>
                  <a:srgbClr val="0F1B40"/>
                </a:solidFill>
                <a:latin typeface="Verdana"/>
                <a:cs typeface="Verdana"/>
              </a:rPr>
              <a:t>an</a:t>
            </a:r>
            <a:r>
              <a:rPr sz="2550" spc="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95" dirty="0">
                <a:solidFill>
                  <a:srgbClr val="0F1B40"/>
                </a:solidFill>
                <a:latin typeface="Verdana"/>
                <a:cs typeface="Verdana"/>
              </a:rPr>
              <a:t>AI-</a:t>
            </a:r>
            <a:r>
              <a:rPr sz="2550" spc="-145" dirty="0">
                <a:solidFill>
                  <a:srgbClr val="0F1B40"/>
                </a:solidFill>
                <a:latin typeface="Verdana"/>
                <a:cs typeface="Verdana"/>
              </a:rPr>
              <a:t>powered</a:t>
            </a:r>
            <a:r>
              <a:rPr sz="2550" spc="-8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25" dirty="0">
                <a:solidFill>
                  <a:srgbClr val="0F1B40"/>
                </a:solidFill>
                <a:latin typeface="Verdana"/>
                <a:cs typeface="Verdana"/>
              </a:rPr>
              <a:t>PPE</a:t>
            </a:r>
            <a:r>
              <a:rPr sz="2550" spc="-1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85" dirty="0">
                <a:solidFill>
                  <a:srgbClr val="0F1B40"/>
                </a:solidFill>
                <a:latin typeface="Verdana"/>
                <a:cs typeface="Verdana"/>
              </a:rPr>
              <a:t>violation</a:t>
            </a:r>
            <a:r>
              <a:rPr sz="2550" spc="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detection</a:t>
            </a:r>
            <a:r>
              <a:rPr sz="2550" spc="1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90" dirty="0">
                <a:solidFill>
                  <a:srgbClr val="0F1B40"/>
                </a:solidFill>
                <a:latin typeface="Verdana"/>
                <a:cs typeface="Verdana"/>
              </a:rPr>
              <a:t>system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designed</a:t>
            </a:r>
            <a:r>
              <a:rPr sz="2550" spc="4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to</a:t>
            </a:r>
            <a:r>
              <a:rPr sz="2550" spc="6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automate</a:t>
            </a:r>
            <a:r>
              <a:rPr sz="2550" spc="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this</a:t>
            </a:r>
            <a:r>
              <a:rPr sz="2550" spc="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monitoring</a:t>
            </a:r>
            <a:r>
              <a:rPr sz="2550" spc="6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0F1B40"/>
                </a:solidFill>
                <a:latin typeface="Verdana"/>
                <a:cs typeface="Verdana"/>
              </a:rPr>
              <a:t>process</a:t>
            </a:r>
            <a:r>
              <a:rPr sz="2550" spc="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0" dirty="0">
                <a:solidFill>
                  <a:srgbClr val="0F1B40"/>
                </a:solidFill>
                <a:latin typeface="Verdana"/>
                <a:cs typeface="Verdana"/>
              </a:rPr>
              <a:t>using </a:t>
            </a:r>
            <a:r>
              <a:rPr sz="2550" spc="-105" dirty="0">
                <a:solidFill>
                  <a:srgbClr val="0F1B40"/>
                </a:solidFill>
                <a:latin typeface="Verdana"/>
                <a:cs typeface="Verdana"/>
              </a:rPr>
              <a:t>computer</a:t>
            </a:r>
            <a:r>
              <a:rPr sz="2550" spc="-1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60" dirty="0">
                <a:solidFill>
                  <a:srgbClr val="0F1B40"/>
                </a:solidFill>
                <a:latin typeface="Verdana"/>
                <a:cs typeface="Verdana"/>
              </a:rPr>
              <a:t>vision.</a:t>
            </a:r>
            <a:r>
              <a:rPr sz="2550" spc="3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25" dirty="0">
                <a:solidFill>
                  <a:srgbClr val="0F1B40"/>
                </a:solidFill>
                <a:latin typeface="Verdana"/>
                <a:cs typeface="Verdana"/>
              </a:rPr>
              <a:t>By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65" dirty="0">
                <a:solidFill>
                  <a:srgbClr val="0F1B40"/>
                </a:solidFill>
                <a:latin typeface="Verdana"/>
                <a:cs typeface="Verdana"/>
              </a:rPr>
              <a:t>leveraging</a:t>
            </a:r>
            <a:r>
              <a:rPr sz="2550" spc="-6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35" dirty="0">
                <a:solidFill>
                  <a:srgbClr val="0F1B40"/>
                </a:solidFill>
                <a:latin typeface="Verdana"/>
                <a:cs typeface="Verdana"/>
              </a:rPr>
              <a:t>the</a:t>
            </a:r>
            <a:r>
              <a:rPr sz="2550" spc="-4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55" dirty="0">
                <a:solidFill>
                  <a:srgbClr val="0F1B40"/>
                </a:solidFill>
                <a:latin typeface="Verdana"/>
                <a:cs typeface="Verdana"/>
              </a:rPr>
              <a:t>YOLOv8</a:t>
            </a:r>
            <a:r>
              <a:rPr sz="2550" spc="-3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05" dirty="0">
                <a:solidFill>
                  <a:srgbClr val="0F1B40"/>
                </a:solidFill>
                <a:latin typeface="Verdana"/>
                <a:cs typeface="Verdana"/>
              </a:rPr>
              <a:t>deep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75" dirty="0">
                <a:solidFill>
                  <a:srgbClr val="0F1B40"/>
                </a:solidFill>
                <a:latin typeface="Verdana"/>
                <a:cs typeface="Verdana"/>
              </a:rPr>
              <a:t>learning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model,</a:t>
            </a:r>
            <a:r>
              <a:rPr sz="2550" spc="4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the</a:t>
            </a:r>
            <a:r>
              <a:rPr sz="2550" spc="4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system</a:t>
            </a:r>
            <a:r>
              <a:rPr sz="2550" spc="4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accurately</a:t>
            </a:r>
            <a:r>
              <a:rPr sz="2550" spc="47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dirty="0">
                <a:solidFill>
                  <a:srgbClr val="0F1B40"/>
                </a:solidFill>
                <a:latin typeface="Verdana"/>
                <a:cs typeface="Verdana"/>
              </a:rPr>
              <a:t>detects</a:t>
            </a:r>
            <a:r>
              <a:rPr sz="2550" spc="47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240" dirty="0">
                <a:solidFill>
                  <a:srgbClr val="0F1B40"/>
                </a:solidFill>
                <a:latin typeface="Verdana"/>
                <a:cs typeface="Verdana"/>
              </a:rPr>
              <a:t>safety-</a:t>
            </a:r>
            <a:r>
              <a:rPr sz="2550" spc="-100" dirty="0">
                <a:solidFill>
                  <a:srgbClr val="0F1B40"/>
                </a:solidFill>
                <a:latin typeface="Verdana"/>
                <a:cs typeface="Verdana"/>
              </a:rPr>
              <a:t>related </a:t>
            </a:r>
            <a:r>
              <a:rPr sz="2550" spc="-160" dirty="0">
                <a:solidFill>
                  <a:srgbClr val="0F1B40"/>
                </a:solidFill>
                <a:latin typeface="Verdana"/>
                <a:cs typeface="Verdana"/>
              </a:rPr>
              <a:t>violations</a:t>
            </a:r>
            <a:r>
              <a:rPr sz="2550" spc="-5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in</a:t>
            </a:r>
            <a:r>
              <a:rPr sz="2550" spc="-5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75" dirty="0">
                <a:solidFill>
                  <a:srgbClr val="0F1B40"/>
                </a:solidFill>
                <a:latin typeface="Verdana"/>
                <a:cs typeface="Verdana"/>
              </a:rPr>
              <a:t>real</a:t>
            </a:r>
            <a:r>
              <a:rPr sz="2550" spc="-5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60" dirty="0">
                <a:solidFill>
                  <a:srgbClr val="0F1B40"/>
                </a:solidFill>
                <a:latin typeface="Verdana"/>
                <a:cs typeface="Verdana"/>
              </a:rPr>
              <a:t>time</a:t>
            </a:r>
            <a:r>
              <a:rPr sz="2550" spc="-5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0" dirty="0">
                <a:solidFill>
                  <a:srgbClr val="0F1B40"/>
                </a:solidFill>
                <a:latin typeface="Verdana"/>
                <a:cs typeface="Verdana"/>
              </a:rPr>
              <a:t>from</a:t>
            </a:r>
            <a:r>
              <a:rPr sz="2550" spc="-5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75" dirty="0">
                <a:solidFill>
                  <a:srgbClr val="0F1B40"/>
                </a:solidFill>
                <a:latin typeface="Verdana"/>
                <a:cs typeface="Verdana"/>
              </a:rPr>
              <a:t>live</a:t>
            </a:r>
            <a:r>
              <a:rPr sz="2550" spc="-51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125" dirty="0">
                <a:solidFill>
                  <a:srgbClr val="0F1B40"/>
                </a:solidFill>
                <a:latin typeface="Verdana"/>
                <a:cs typeface="Verdana"/>
              </a:rPr>
              <a:t>video</a:t>
            </a:r>
            <a:r>
              <a:rPr sz="2550" spc="-52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550" spc="-45" dirty="0">
                <a:solidFill>
                  <a:srgbClr val="0F1B40"/>
                </a:solidFill>
                <a:latin typeface="Verdana"/>
                <a:cs typeface="Verdana"/>
              </a:rPr>
              <a:t>streams.</a:t>
            </a:r>
            <a:endParaRPr sz="255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86405" y="2383405"/>
            <a:ext cx="8463280" cy="6946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440"/>
              </a:spcBef>
              <a:tabLst>
                <a:tab pos="851535" algn="l"/>
                <a:tab pos="2337435" algn="l"/>
                <a:tab pos="4400550" algn="l"/>
                <a:tab pos="4834255" algn="l"/>
                <a:tab pos="6639559" algn="l"/>
              </a:tabLst>
            </a:pPr>
            <a:r>
              <a:rPr sz="2300" spc="-20" dirty="0">
                <a:solidFill>
                  <a:srgbClr val="0F1B40"/>
                </a:solidFill>
                <a:latin typeface="Verdana"/>
                <a:cs typeface="Verdana"/>
              </a:rPr>
              <a:t>THIS</a:t>
            </a:r>
            <a:r>
              <a:rPr sz="230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300" spc="-10" dirty="0">
                <a:solidFill>
                  <a:srgbClr val="0F1B40"/>
                </a:solidFill>
                <a:latin typeface="Verdana"/>
                <a:cs typeface="Verdana"/>
              </a:rPr>
              <a:t>PROJECT</a:t>
            </a:r>
            <a:r>
              <a:rPr sz="230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300" spc="-10" dirty="0">
                <a:solidFill>
                  <a:srgbClr val="0F1B40"/>
                </a:solidFill>
                <a:latin typeface="Verdana"/>
                <a:cs typeface="Verdana"/>
              </a:rPr>
              <a:t>INTRODUCES</a:t>
            </a:r>
            <a:r>
              <a:rPr sz="230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300" spc="25" dirty="0">
                <a:solidFill>
                  <a:srgbClr val="0F1B40"/>
                </a:solidFill>
                <a:latin typeface="Verdana"/>
                <a:cs typeface="Verdana"/>
              </a:rPr>
              <a:t>A</a:t>
            </a:r>
            <a:r>
              <a:rPr sz="230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300" spc="-10" dirty="0">
                <a:solidFill>
                  <a:srgbClr val="0F1B40"/>
                </a:solidFill>
                <a:latin typeface="Verdana"/>
                <a:cs typeface="Verdana"/>
              </a:rPr>
              <a:t>COMPLETE,</a:t>
            </a:r>
            <a:r>
              <a:rPr sz="230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300" spc="-130" dirty="0">
                <a:solidFill>
                  <a:srgbClr val="0F1B40"/>
                </a:solidFill>
                <a:latin typeface="Verdana"/>
                <a:cs typeface="Verdana"/>
              </a:rPr>
              <a:t>END-</a:t>
            </a:r>
            <a:r>
              <a:rPr sz="2300" spc="-220" dirty="0">
                <a:solidFill>
                  <a:srgbClr val="0F1B40"/>
                </a:solidFill>
                <a:latin typeface="Verdana"/>
                <a:cs typeface="Verdana"/>
              </a:rPr>
              <a:t>TO-</a:t>
            </a:r>
            <a:r>
              <a:rPr sz="2300" spc="-25" dirty="0">
                <a:solidFill>
                  <a:srgbClr val="0F1B40"/>
                </a:solidFill>
                <a:latin typeface="Verdana"/>
                <a:cs typeface="Verdana"/>
              </a:rPr>
              <a:t>END </a:t>
            </a:r>
            <a:r>
              <a:rPr sz="2300" spc="-105" dirty="0">
                <a:solidFill>
                  <a:srgbClr val="0F1B40"/>
                </a:solidFill>
                <a:latin typeface="Verdana"/>
                <a:cs typeface="Verdana"/>
              </a:rPr>
              <a:t>PIPELINE</a:t>
            </a:r>
            <a:r>
              <a:rPr sz="2300" spc="-4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300" spc="-210" dirty="0">
                <a:solidFill>
                  <a:srgbClr val="0F1B40"/>
                </a:solidFill>
                <a:latin typeface="Verdana"/>
                <a:cs typeface="Verdana"/>
              </a:rPr>
              <a:t>CONSISTING</a:t>
            </a:r>
            <a:r>
              <a:rPr sz="2300" spc="-455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0F1B40"/>
                </a:solidFill>
                <a:latin typeface="Verdana"/>
                <a:cs typeface="Verdana"/>
              </a:rPr>
              <a:t>OF: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59302" y="3946237"/>
            <a:ext cx="7125334" cy="521462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2700" marR="5080" algn="ctr">
              <a:lnSpc>
                <a:spcPts val="2900"/>
              </a:lnSpc>
              <a:spcBef>
                <a:spcPts val="464"/>
              </a:spcBef>
            </a:pPr>
            <a:r>
              <a:rPr sz="2650" b="1" spc="-95" dirty="0">
                <a:solidFill>
                  <a:srgbClr val="8FA3C1"/>
                </a:solidFill>
                <a:latin typeface="Tahoma"/>
                <a:cs typeface="Tahoma"/>
              </a:rPr>
              <a:t>Live</a:t>
            </a:r>
            <a:r>
              <a:rPr sz="2650" b="1" spc="-34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75" dirty="0">
                <a:solidFill>
                  <a:srgbClr val="8FA3C1"/>
                </a:solidFill>
                <a:latin typeface="Tahoma"/>
                <a:cs typeface="Tahoma"/>
              </a:rPr>
              <a:t>monitoring</a:t>
            </a:r>
            <a:r>
              <a:rPr sz="2650" b="1" spc="-34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50" dirty="0">
                <a:solidFill>
                  <a:srgbClr val="8FA3C1"/>
                </a:solidFill>
                <a:latin typeface="Tahoma"/>
                <a:cs typeface="Tahoma"/>
              </a:rPr>
              <a:t>using</a:t>
            </a:r>
            <a:r>
              <a:rPr sz="2650" b="1" spc="-34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20" dirty="0">
                <a:solidFill>
                  <a:srgbClr val="8FA3C1"/>
                </a:solidFill>
                <a:latin typeface="Tahoma"/>
                <a:cs typeface="Tahoma"/>
              </a:rPr>
              <a:t>webcam/RTSP</a:t>
            </a:r>
            <a:r>
              <a:rPr sz="2650" b="1" spc="-34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8FA3C1"/>
                </a:solidFill>
                <a:latin typeface="Tahoma"/>
                <a:cs typeface="Tahoma"/>
              </a:rPr>
              <a:t>camera feeds</a:t>
            </a:r>
            <a:endParaRPr sz="2650">
              <a:latin typeface="Tahoma"/>
              <a:cs typeface="Tahoma"/>
            </a:endParaRPr>
          </a:p>
          <a:p>
            <a:pPr marL="390525" marR="382905" algn="ctr">
              <a:lnSpc>
                <a:spcPts val="5790"/>
              </a:lnSpc>
              <a:spcBef>
                <a:spcPts val="570"/>
              </a:spcBef>
            </a:pPr>
            <a:r>
              <a:rPr sz="2650" b="1" spc="-185" dirty="0">
                <a:solidFill>
                  <a:srgbClr val="8FA3C1"/>
                </a:solidFill>
                <a:latin typeface="Tahoma"/>
                <a:cs typeface="Tahoma"/>
              </a:rPr>
              <a:t>Real-</a:t>
            </a:r>
            <a:r>
              <a:rPr sz="2650" b="1" spc="-35" dirty="0">
                <a:solidFill>
                  <a:srgbClr val="8FA3C1"/>
                </a:solidFill>
                <a:latin typeface="Tahoma"/>
                <a:cs typeface="Tahoma"/>
              </a:rPr>
              <a:t>time</a:t>
            </a:r>
            <a:r>
              <a:rPr sz="2650" b="1" spc="-35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85" dirty="0">
                <a:solidFill>
                  <a:srgbClr val="8FA3C1"/>
                </a:solidFill>
                <a:latin typeface="Tahoma"/>
                <a:cs typeface="Tahoma"/>
              </a:rPr>
              <a:t>object</a:t>
            </a:r>
            <a:r>
              <a:rPr sz="2650" b="1" spc="-35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75" dirty="0">
                <a:solidFill>
                  <a:srgbClr val="8FA3C1"/>
                </a:solidFill>
                <a:latin typeface="Tahoma"/>
                <a:cs typeface="Tahoma"/>
              </a:rPr>
              <a:t>detection</a:t>
            </a:r>
            <a:r>
              <a:rPr sz="2650" b="1" spc="-35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0" dirty="0">
                <a:solidFill>
                  <a:srgbClr val="8FA3C1"/>
                </a:solidFill>
                <a:latin typeface="Tahoma"/>
                <a:cs typeface="Tahoma"/>
              </a:rPr>
              <a:t>for</a:t>
            </a:r>
            <a:r>
              <a:rPr sz="2650" b="1" spc="-35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55" dirty="0">
                <a:solidFill>
                  <a:srgbClr val="8FA3C1"/>
                </a:solidFill>
                <a:latin typeface="Tahoma"/>
                <a:cs typeface="Tahoma"/>
              </a:rPr>
              <a:t>PPE</a:t>
            </a:r>
            <a:r>
              <a:rPr sz="2650" b="1" spc="-35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8FA3C1"/>
                </a:solidFill>
                <a:latin typeface="Tahoma"/>
                <a:cs typeface="Tahoma"/>
              </a:rPr>
              <a:t>items </a:t>
            </a:r>
            <a:r>
              <a:rPr sz="2650" b="1" spc="-60" dirty="0">
                <a:solidFill>
                  <a:srgbClr val="8FA3C1"/>
                </a:solidFill>
                <a:latin typeface="Tahoma"/>
                <a:cs typeface="Tahoma"/>
              </a:rPr>
              <a:t>Automatic</a:t>
            </a:r>
            <a:r>
              <a:rPr sz="2650" b="1" spc="-35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14" dirty="0">
                <a:solidFill>
                  <a:srgbClr val="8FA3C1"/>
                </a:solidFill>
                <a:latin typeface="Tahoma"/>
                <a:cs typeface="Tahoma"/>
              </a:rPr>
              <a:t>violation</a:t>
            </a:r>
            <a:r>
              <a:rPr sz="2650" b="1" spc="-35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8FA3C1"/>
                </a:solidFill>
                <a:latin typeface="Tahoma"/>
                <a:cs typeface="Tahoma"/>
              </a:rPr>
              <a:t>logging</a:t>
            </a:r>
            <a:endParaRPr sz="2650">
              <a:latin typeface="Tahoma"/>
              <a:cs typeface="Tahoma"/>
            </a:endParaRPr>
          </a:p>
          <a:p>
            <a:pPr marL="1516380" marR="1508760" indent="-635" algn="ctr">
              <a:lnSpc>
                <a:spcPts val="5790"/>
              </a:lnSpc>
              <a:spcBef>
                <a:spcPts val="5"/>
              </a:spcBef>
            </a:pPr>
            <a:r>
              <a:rPr sz="2650" b="1" spc="60" dirty="0">
                <a:solidFill>
                  <a:srgbClr val="8FA3C1"/>
                </a:solidFill>
                <a:latin typeface="Tahoma"/>
                <a:cs typeface="Tahoma"/>
              </a:rPr>
              <a:t>PDF</a:t>
            </a:r>
            <a:r>
              <a:rPr sz="2650" b="1" spc="-37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90" dirty="0">
                <a:solidFill>
                  <a:srgbClr val="8FA3C1"/>
                </a:solidFill>
                <a:latin typeface="Tahoma"/>
                <a:cs typeface="Tahoma"/>
              </a:rPr>
              <a:t>challan</a:t>
            </a:r>
            <a:r>
              <a:rPr sz="2650" b="1" spc="-36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8FA3C1"/>
                </a:solidFill>
                <a:latin typeface="Tahoma"/>
                <a:cs typeface="Tahoma"/>
              </a:rPr>
              <a:t>generation </a:t>
            </a:r>
            <a:r>
              <a:rPr sz="2650" b="1" spc="-65" dirty="0">
                <a:solidFill>
                  <a:srgbClr val="8FA3C1"/>
                </a:solidFill>
                <a:latin typeface="Tahoma"/>
                <a:cs typeface="Tahoma"/>
              </a:rPr>
              <a:t>Email</a:t>
            </a:r>
            <a:r>
              <a:rPr sz="2650" b="1" spc="-36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14" dirty="0">
                <a:solidFill>
                  <a:srgbClr val="8FA3C1"/>
                </a:solidFill>
                <a:latin typeface="Tahoma"/>
                <a:cs typeface="Tahoma"/>
              </a:rPr>
              <a:t>alerts</a:t>
            </a:r>
            <a:r>
              <a:rPr sz="2650" b="1" spc="-36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35" dirty="0">
                <a:solidFill>
                  <a:srgbClr val="8FA3C1"/>
                </a:solidFill>
                <a:latin typeface="Tahoma"/>
                <a:cs typeface="Tahoma"/>
              </a:rPr>
              <a:t>to</a:t>
            </a:r>
            <a:r>
              <a:rPr sz="2650" b="1" spc="-36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90" dirty="0">
                <a:solidFill>
                  <a:srgbClr val="8FA3C1"/>
                </a:solidFill>
                <a:latin typeface="Tahoma"/>
                <a:cs typeface="Tahoma"/>
              </a:rPr>
              <a:t>supervisors</a:t>
            </a:r>
            <a:endParaRPr sz="2650">
              <a:latin typeface="Tahoma"/>
              <a:cs typeface="Tahoma"/>
            </a:endParaRPr>
          </a:p>
          <a:p>
            <a:pPr marL="689610" marR="681990" algn="ctr">
              <a:lnSpc>
                <a:spcPts val="5790"/>
              </a:lnSpc>
            </a:pPr>
            <a:r>
              <a:rPr sz="2650" b="1" spc="-150" dirty="0">
                <a:solidFill>
                  <a:srgbClr val="8FA3C1"/>
                </a:solidFill>
                <a:latin typeface="Tahoma"/>
                <a:cs typeface="Tahoma"/>
              </a:rPr>
              <a:t>Interactive</a:t>
            </a:r>
            <a:r>
              <a:rPr sz="2650" b="1" spc="-34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85" dirty="0">
                <a:solidFill>
                  <a:srgbClr val="8FA3C1"/>
                </a:solidFill>
                <a:latin typeface="Tahoma"/>
                <a:cs typeface="Tahoma"/>
              </a:rPr>
              <a:t>dashboards</a:t>
            </a:r>
            <a:r>
              <a:rPr sz="2650" b="1" spc="-34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dirty="0">
                <a:solidFill>
                  <a:srgbClr val="8FA3C1"/>
                </a:solidFill>
                <a:latin typeface="Tahoma"/>
                <a:cs typeface="Tahoma"/>
              </a:rPr>
              <a:t>and</a:t>
            </a:r>
            <a:r>
              <a:rPr sz="2650" b="1" spc="-34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75" dirty="0">
                <a:solidFill>
                  <a:srgbClr val="8FA3C1"/>
                </a:solidFill>
                <a:latin typeface="Tahoma"/>
                <a:cs typeface="Tahoma"/>
              </a:rPr>
              <a:t>analytics </a:t>
            </a:r>
            <a:r>
              <a:rPr sz="2650" b="1" spc="235" dirty="0">
                <a:solidFill>
                  <a:srgbClr val="8FA3C1"/>
                </a:solidFill>
                <a:latin typeface="Tahoma"/>
                <a:cs typeface="Tahoma"/>
              </a:rPr>
              <a:t>A</a:t>
            </a:r>
            <a:r>
              <a:rPr sz="2650" b="1" spc="-37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70" dirty="0">
                <a:solidFill>
                  <a:srgbClr val="8FA3C1"/>
                </a:solidFill>
                <a:latin typeface="Tahoma"/>
                <a:cs typeface="Tahoma"/>
              </a:rPr>
              <a:t>clean</a:t>
            </a:r>
            <a:r>
              <a:rPr sz="2650" b="1" spc="-37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235" dirty="0">
                <a:solidFill>
                  <a:srgbClr val="8FA3C1"/>
                </a:solidFill>
                <a:latin typeface="Tahoma"/>
                <a:cs typeface="Tahoma"/>
              </a:rPr>
              <a:t>UI</a:t>
            </a:r>
            <a:r>
              <a:rPr sz="2650" b="1" spc="-37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70" dirty="0">
                <a:solidFill>
                  <a:srgbClr val="8FA3C1"/>
                </a:solidFill>
                <a:latin typeface="Tahoma"/>
                <a:cs typeface="Tahoma"/>
              </a:rPr>
              <a:t>built</a:t>
            </a:r>
            <a:r>
              <a:rPr sz="2650" b="1" spc="-37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50" dirty="0">
                <a:solidFill>
                  <a:srgbClr val="8FA3C1"/>
                </a:solidFill>
                <a:latin typeface="Tahoma"/>
                <a:cs typeface="Tahoma"/>
              </a:rPr>
              <a:t>using</a:t>
            </a:r>
            <a:r>
              <a:rPr sz="2650" b="1" spc="-37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50" b="1" spc="-10" dirty="0">
                <a:solidFill>
                  <a:srgbClr val="8FA3C1"/>
                </a:solidFill>
                <a:latin typeface="Tahoma"/>
                <a:cs typeface="Tahoma"/>
              </a:rPr>
              <a:t>Streamlit</a:t>
            </a:r>
            <a:endParaRPr sz="26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6573470" y="8777590"/>
            <a:ext cx="1371600" cy="1371600"/>
            <a:chOff x="16573470" y="8777590"/>
            <a:chExt cx="1371600" cy="1371600"/>
          </a:xfrm>
        </p:grpSpPr>
        <p:sp>
          <p:nvSpPr>
            <p:cNvPr id="22" name="object 22"/>
            <p:cNvSpPr/>
            <p:nvPr/>
          </p:nvSpPr>
          <p:spPr>
            <a:xfrm>
              <a:off x="16573470" y="877759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119706" y="9108717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60785" y="628302"/>
              <a:ext cx="1665605" cy="589280"/>
            </a:xfrm>
            <a:custGeom>
              <a:avLst/>
              <a:gdLst/>
              <a:ahLst/>
              <a:cxnLst/>
              <a:rect l="l" t="t" r="r" b="b"/>
              <a:pathLst>
                <a:path w="1665604" h="589280">
                  <a:moveTo>
                    <a:pt x="137136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8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8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371364" y="0"/>
                  </a:lnTo>
                  <a:lnTo>
                    <a:pt x="1419128" y="3854"/>
                  </a:lnTo>
                  <a:lnTo>
                    <a:pt x="1464438" y="15012"/>
                  </a:lnTo>
                  <a:lnTo>
                    <a:pt x="1506688" y="32867"/>
                  </a:lnTo>
                  <a:lnTo>
                    <a:pt x="1545272" y="56814"/>
                  </a:lnTo>
                  <a:lnTo>
                    <a:pt x="1579583" y="86247"/>
                  </a:lnTo>
                  <a:lnTo>
                    <a:pt x="1609015" y="120558"/>
                  </a:lnTo>
                  <a:lnTo>
                    <a:pt x="1632962" y="159141"/>
                  </a:lnTo>
                  <a:lnTo>
                    <a:pt x="1650818" y="201391"/>
                  </a:lnTo>
                  <a:lnTo>
                    <a:pt x="1661976" y="246701"/>
                  </a:lnTo>
                  <a:lnTo>
                    <a:pt x="1665572" y="291269"/>
                  </a:lnTo>
                  <a:lnTo>
                    <a:pt x="1665572" y="297662"/>
                  </a:lnTo>
                  <a:lnTo>
                    <a:pt x="1661976" y="342229"/>
                  </a:lnTo>
                  <a:lnTo>
                    <a:pt x="1650818" y="387539"/>
                  </a:lnTo>
                  <a:lnTo>
                    <a:pt x="1632962" y="429789"/>
                  </a:lnTo>
                  <a:lnTo>
                    <a:pt x="1609015" y="468373"/>
                  </a:lnTo>
                  <a:lnTo>
                    <a:pt x="1579583" y="502684"/>
                  </a:lnTo>
                  <a:lnTo>
                    <a:pt x="1545272" y="532116"/>
                  </a:lnTo>
                  <a:lnTo>
                    <a:pt x="1506688" y="556063"/>
                  </a:lnTo>
                  <a:lnTo>
                    <a:pt x="1464438" y="573919"/>
                  </a:lnTo>
                  <a:lnTo>
                    <a:pt x="1419128" y="585077"/>
                  </a:lnTo>
                  <a:lnTo>
                    <a:pt x="137136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6086359" y="899467"/>
            <a:ext cx="1823085" cy="1823085"/>
            <a:chOff x="16086359" y="899467"/>
            <a:chExt cx="1823085" cy="1823085"/>
          </a:xfrm>
        </p:grpSpPr>
        <p:sp>
          <p:nvSpPr>
            <p:cNvPr id="8" name="object 8"/>
            <p:cNvSpPr/>
            <p:nvPr/>
          </p:nvSpPr>
          <p:spPr>
            <a:xfrm>
              <a:off x="16736419" y="1047486"/>
              <a:ext cx="523875" cy="73660"/>
            </a:xfrm>
            <a:custGeom>
              <a:avLst/>
              <a:gdLst/>
              <a:ahLst/>
              <a:cxnLst/>
              <a:rect l="l" t="t" r="r" b="b"/>
              <a:pathLst>
                <a:path w="523875" h="73659">
                  <a:moveTo>
                    <a:pt x="0" y="73632"/>
                  </a:moveTo>
                  <a:lnTo>
                    <a:pt x="0" y="0"/>
                  </a:lnTo>
                  <a:lnTo>
                    <a:pt x="523874" y="0"/>
                  </a:lnTo>
                  <a:lnTo>
                    <a:pt x="523874" y="73632"/>
                  </a:lnTo>
                  <a:lnTo>
                    <a:pt x="0" y="73632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86359" y="899467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8"/>
                  </a:moveTo>
                  <a:lnTo>
                    <a:pt x="863090" y="1821735"/>
                  </a:lnTo>
                  <a:lnTo>
                    <a:pt x="815340" y="1817987"/>
                  </a:lnTo>
                  <a:lnTo>
                    <a:pt x="768310" y="1811816"/>
                  </a:lnTo>
                  <a:lnTo>
                    <a:pt x="722065" y="1803287"/>
                  </a:lnTo>
                  <a:lnTo>
                    <a:pt x="676666" y="1792462"/>
                  </a:lnTo>
                  <a:lnTo>
                    <a:pt x="632178" y="1779404"/>
                  </a:lnTo>
                  <a:lnTo>
                    <a:pt x="588662" y="1764176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5" y="1706101"/>
                  </a:lnTo>
                  <a:lnTo>
                    <a:pt x="425592" y="1682823"/>
                  </a:lnTo>
                  <a:lnTo>
                    <a:pt x="387887" y="1657690"/>
                  </a:lnTo>
                  <a:lnTo>
                    <a:pt x="351533" y="1630765"/>
                  </a:lnTo>
                  <a:lnTo>
                    <a:pt x="316593" y="1602111"/>
                  </a:lnTo>
                  <a:lnTo>
                    <a:pt x="283130" y="1571791"/>
                  </a:lnTo>
                  <a:lnTo>
                    <a:pt x="251207" y="1539869"/>
                  </a:lnTo>
                  <a:lnTo>
                    <a:pt x="220887" y="1506406"/>
                  </a:lnTo>
                  <a:lnTo>
                    <a:pt x="192233" y="1471466"/>
                  </a:lnTo>
                  <a:lnTo>
                    <a:pt x="165308" y="1435111"/>
                  </a:lnTo>
                  <a:lnTo>
                    <a:pt x="140175" y="1397406"/>
                  </a:lnTo>
                  <a:lnTo>
                    <a:pt x="116897" y="1358413"/>
                  </a:lnTo>
                  <a:lnTo>
                    <a:pt x="95537" y="1318195"/>
                  </a:lnTo>
                  <a:lnTo>
                    <a:pt x="76158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8" y="546183"/>
                  </a:lnTo>
                  <a:lnTo>
                    <a:pt x="95537" y="504803"/>
                  </a:lnTo>
                  <a:lnTo>
                    <a:pt x="116897" y="464585"/>
                  </a:lnTo>
                  <a:lnTo>
                    <a:pt x="140175" y="425592"/>
                  </a:lnTo>
                  <a:lnTo>
                    <a:pt x="165308" y="387887"/>
                  </a:lnTo>
                  <a:lnTo>
                    <a:pt x="192233" y="351532"/>
                  </a:lnTo>
                  <a:lnTo>
                    <a:pt x="220887" y="316592"/>
                  </a:lnTo>
                  <a:lnTo>
                    <a:pt x="251207" y="283129"/>
                  </a:lnTo>
                  <a:lnTo>
                    <a:pt x="283130" y="251206"/>
                  </a:lnTo>
                  <a:lnTo>
                    <a:pt x="316593" y="220887"/>
                  </a:lnTo>
                  <a:lnTo>
                    <a:pt x="351533" y="192233"/>
                  </a:lnTo>
                  <a:lnTo>
                    <a:pt x="387887" y="165308"/>
                  </a:lnTo>
                  <a:lnTo>
                    <a:pt x="425592" y="140175"/>
                  </a:lnTo>
                  <a:lnTo>
                    <a:pt x="464585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8" y="43594"/>
                  </a:lnTo>
                  <a:lnTo>
                    <a:pt x="676666" y="30536"/>
                  </a:lnTo>
                  <a:lnTo>
                    <a:pt x="722065" y="19711"/>
                  </a:lnTo>
                  <a:lnTo>
                    <a:pt x="768310" y="11182"/>
                  </a:lnTo>
                  <a:lnTo>
                    <a:pt x="815340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8" y="1263"/>
                  </a:lnTo>
                  <a:lnTo>
                    <a:pt x="1007659" y="5011"/>
                  </a:lnTo>
                  <a:lnTo>
                    <a:pt x="1054688" y="11182"/>
                  </a:lnTo>
                  <a:lnTo>
                    <a:pt x="1100934" y="19711"/>
                  </a:lnTo>
                  <a:lnTo>
                    <a:pt x="1146332" y="30536"/>
                  </a:lnTo>
                  <a:lnTo>
                    <a:pt x="1190821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4" y="116897"/>
                  </a:lnTo>
                  <a:lnTo>
                    <a:pt x="1397407" y="140175"/>
                  </a:lnTo>
                  <a:lnTo>
                    <a:pt x="1435112" y="165308"/>
                  </a:lnTo>
                  <a:lnTo>
                    <a:pt x="1471466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5" y="351532"/>
                  </a:lnTo>
                  <a:lnTo>
                    <a:pt x="1657690" y="387887"/>
                  </a:lnTo>
                  <a:lnTo>
                    <a:pt x="1682823" y="425592"/>
                  </a:lnTo>
                  <a:lnTo>
                    <a:pt x="1706101" y="464585"/>
                  </a:lnTo>
                  <a:lnTo>
                    <a:pt x="1727461" y="504803"/>
                  </a:lnTo>
                  <a:lnTo>
                    <a:pt x="1746840" y="546183"/>
                  </a:lnTo>
                  <a:lnTo>
                    <a:pt x="1764175" y="588662"/>
                  </a:lnTo>
                  <a:lnTo>
                    <a:pt x="1779403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6" y="768310"/>
                  </a:lnTo>
                  <a:lnTo>
                    <a:pt x="1817986" y="815340"/>
                  </a:lnTo>
                  <a:lnTo>
                    <a:pt x="1821735" y="863090"/>
                  </a:lnTo>
                  <a:lnTo>
                    <a:pt x="1822998" y="911499"/>
                  </a:lnTo>
                  <a:lnTo>
                    <a:pt x="1821735" y="959908"/>
                  </a:lnTo>
                  <a:lnTo>
                    <a:pt x="1817986" y="1007658"/>
                  </a:lnTo>
                  <a:lnTo>
                    <a:pt x="1811816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3" y="1190820"/>
                  </a:lnTo>
                  <a:lnTo>
                    <a:pt x="1764175" y="1234336"/>
                  </a:lnTo>
                  <a:lnTo>
                    <a:pt x="1746840" y="1276815"/>
                  </a:lnTo>
                  <a:lnTo>
                    <a:pt x="1727461" y="1318195"/>
                  </a:lnTo>
                  <a:lnTo>
                    <a:pt x="1706101" y="1358413"/>
                  </a:lnTo>
                  <a:lnTo>
                    <a:pt x="1682823" y="1397406"/>
                  </a:lnTo>
                  <a:lnTo>
                    <a:pt x="1657690" y="1435111"/>
                  </a:lnTo>
                  <a:lnTo>
                    <a:pt x="1630765" y="1471466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6" y="1630765"/>
                  </a:lnTo>
                  <a:lnTo>
                    <a:pt x="1435112" y="1657690"/>
                  </a:lnTo>
                  <a:lnTo>
                    <a:pt x="1397407" y="1682823"/>
                  </a:lnTo>
                  <a:lnTo>
                    <a:pt x="1358414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6"/>
                  </a:lnTo>
                  <a:lnTo>
                    <a:pt x="1190821" y="1779404"/>
                  </a:lnTo>
                  <a:lnTo>
                    <a:pt x="1146332" y="1792462"/>
                  </a:lnTo>
                  <a:lnTo>
                    <a:pt x="1100934" y="1803287"/>
                  </a:lnTo>
                  <a:lnTo>
                    <a:pt x="1054688" y="1811816"/>
                  </a:lnTo>
                  <a:lnTo>
                    <a:pt x="1007659" y="1817987"/>
                  </a:lnTo>
                  <a:lnTo>
                    <a:pt x="959908" y="1821735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656794" y="1586467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5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7" y="655327"/>
                  </a:lnTo>
                  <a:lnTo>
                    <a:pt x="168923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3" y="46565"/>
                  </a:lnTo>
                  <a:lnTo>
                    <a:pt x="208307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5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3" y="26802"/>
                  </a:lnTo>
                  <a:lnTo>
                    <a:pt x="513207" y="46565"/>
                  </a:lnTo>
                  <a:lnTo>
                    <a:pt x="549480" y="71065"/>
                  </a:lnTo>
                  <a:lnTo>
                    <a:pt x="582234" y="99895"/>
                  </a:lnTo>
                  <a:lnTo>
                    <a:pt x="611065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5" y="549479"/>
                  </a:lnTo>
                  <a:lnTo>
                    <a:pt x="582234" y="582234"/>
                  </a:lnTo>
                  <a:lnTo>
                    <a:pt x="549480" y="611064"/>
                  </a:lnTo>
                  <a:lnTo>
                    <a:pt x="513207" y="635564"/>
                  </a:lnTo>
                  <a:lnTo>
                    <a:pt x="473823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5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5887642" y="7886642"/>
            <a:ext cx="1371600" cy="1371600"/>
            <a:chOff x="15887642" y="7886642"/>
            <a:chExt cx="1371600" cy="1371600"/>
          </a:xfrm>
        </p:grpSpPr>
        <p:sp>
          <p:nvSpPr>
            <p:cNvPr id="12" name="object 12"/>
            <p:cNvSpPr/>
            <p:nvPr/>
          </p:nvSpPr>
          <p:spPr>
            <a:xfrm>
              <a:off x="15887642" y="7886642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433878" y="8217769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645" y="515471"/>
            <a:ext cx="1257299" cy="125729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98929" y="1520676"/>
            <a:ext cx="7421880" cy="1082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900" b="1" spc="-135" dirty="0">
                <a:solidFill>
                  <a:srgbClr val="0F1B40"/>
                </a:solidFill>
                <a:latin typeface="Tahoma"/>
                <a:cs typeface="Tahoma"/>
              </a:rPr>
              <a:t>Challenges</a:t>
            </a:r>
            <a:r>
              <a:rPr sz="6900" b="1" spc="-80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900" b="1" spc="-10" dirty="0">
                <a:solidFill>
                  <a:srgbClr val="0F1B40"/>
                </a:solidFill>
                <a:latin typeface="Tahoma"/>
                <a:cs typeface="Tahoma"/>
              </a:rPr>
              <a:t>Faced</a:t>
            </a:r>
            <a:endParaRPr sz="690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31295" y="3201036"/>
            <a:ext cx="561657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85" dirty="0">
                <a:latin typeface="Verdana"/>
                <a:cs typeface="Verdana"/>
              </a:rPr>
              <a:t>Noisy</a:t>
            </a:r>
            <a:r>
              <a:rPr sz="3100" spc="-630" dirty="0">
                <a:latin typeface="Verdana"/>
                <a:cs typeface="Verdana"/>
              </a:rPr>
              <a:t> </a:t>
            </a:r>
            <a:r>
              <a:rPr sz="3100" spc="-210" dirty="0">
                <a:latin typeface="Verdana"/>
                <a:cs typeface="Verdana"/>
              </a:rPr>
              <a:t>frames,</a:t>
            </a:r>
            <a:r>
              <a:rPr sz="3100" spc="-625" dirty="0">
                <a:latin typeface="Verdana"/>
                <a:cs typeface="Verdana"/>
              </a:rPr>
              <a:t> </a:t>
            </a:r>
            <a:r>
              <a:rPr sz="3100" spc="-110" dirty="0">
                <a:latin typeface="Verdana"/>
                <a:cs typeface="Verdana"/>
              </a:rPr>
              <a:t>lightning</a:t>
            </a:r>
            <a:r>
              <a:rPr sz="3100" spc="-625" dirty="0">
                <a:latin typeface="Verdana"/>
                <a:cs typeface="Verdana"/>
              </a:rPr>
              <a:t> </a:t>
            </a:r>
            <a:r>
              <a:rPr sz="3100" spc="-175" dirty="0">
                <a:latin typeface="Verdana"/>
                <a:cs typeface="Verdana"/>
              </a:rPr>
              <a:t>variation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31295" y="4172586"/>
            <a:ext cx="50685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250" dirty="0">
                <a:latin typeface="Verdana"/>
                <a:cs typeface="Verdana"/>
              </a:rPr>
              <a:t>Real-</a:t>
            </a:r>
            <a:r>
              <a:rPr sz="3100" spc="-80" dirty="0">
                <a:latin typeface="Verdana"/>
                <a:cs typeface="Verdana"/>
              </a:rPr>
              <a:t>time</a:t>
            </a:r>
            <a:r>
              <a:rPr sz="3100" spc="-590" dirty="0">
                <a:latin typeface="Verdana"/>
                <a:cs typeface="Verdana"/>
              </a:rPr>
              <a:t> </a:t>
            </a:r>
            <a:r>
              <a:rPr sz="3100" spc="-155" dirty="0">
                <a:latin typeface="Verdana"/>
                <a:cs typeface="Verdana"/>
              </a:rPr>
              <a:t>performance</a:t>
            </a:r>
            <a:r>
              <a:rPr sz="3100" spc="-590" dirty="0">
                <a:latin typeface="Verdana"/>
                <a:cs typeface="Verdana"/>
              </a:rPr>
              <a:t> </a:t>
            </a:r>
            <a:r>
              <a:rPr sz="3100" spc="-135" dirty="0">
                <a:latin typeface="Verdana"/>
                <a:cs typeface="Verdana"/>
              </a:rPr>
              <a:t>issue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31295" y="5144136"/>
            <a:ext cx="46482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204" dirty="0">
                <a:latin typeface="Verdana"/>
                <a:cs typeface="Verdana"/>
              </a:rPr>
              <a:t>Class</a:t>
            </a:r>
            <a:r>
              <a:rPr sz="3100" spc="-635" dirty="0">
                <a:latin typeface="Verdana"/>
                <a:cs typeface="Verdana"/>
              </a:rPr>
              <a:t> </a:t>
            </a:r>
            <a:r>
              <a:rPr sz="3100" spc="-125" dirty="0">
                <a:latin typeface="Verdana"/>
                <a:cs typeface="Verdana"/>
              </a:rPr>
              <a:t>imbalance</a:t>
            </a:r>
            <a:r>
              <a:rPr sz="3100" spc="-635" dirty="0">
                <a:latin typeface="Verdana"/>
                <a:cs typeface="Verdana"/>
              </a:rPr>
              <a:t> </a:t>
            </a:r>
            <a:r>
              <a:rPr sz="3100" spc="-55" dirty="0">
                <a:latin typeface="Verdana"/>
                <a:cs typeface="Verdana"/>
              </a:rPr>
              <a:t>in</a:t>
            </a:r>
            <a:r>
              <a:rPr sz="3100" spc="-630" dirty="0">
                <a:latin typeface="Verdana"/>
                <a:cs typeface="Verdana"/>
              </a:rPr>
              <a:t> </a:t>
            </a:r>
            <a:r>
              <a:rPr sz="3100" spc="-140" dirty="0">
                <a:latin typeface="Verdana"/>
                <a:cs typeface="Verdana"/>
              </a:rPr>
              <a:t>dataset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31295" y="6115686"/>
            <a:ext cx="45034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0" dirty="0">
                <a:latin typeface="Verdana"/>
                <a:cs typeface="Verdana"/>
              </a:rPr>
              <a:t>OCR/PDF</a:t>
            </a:r>
            <a:r>
              <a:rPr sz="3100" spc="-625" dirty="0">
                <a:latin typeface="Verdana"/>
                <a:cs typeface="Verdana"/>
              </a:rPr>
              <a:t> </a:t>
            </a:r>
            <a:r>
              <a:rPr sz="3100" spc="-170" dirty="0">
                <a:latin typeface="Verdana"/>
                <a:cs typeface="Verdana"/>
              </a:rPr>
              <a:t>accuracy</a:t>
            </a:r>
            <a:r>
              <a:rPr sz="3100" spc="-620" dirty="0">
                <a:latin typeface="Verdana"/>
                <a:cs typeface="Verdana"/>
              </a:rPr>
              <a:t> </a:t>
            </a:r>
            <a:r>
              <a:rPr sz="3100" spc="-170" dirty="0">
                <a:latin typeface="Verdana"/>
                <a:cs typeface="Verdana"/>
              </a:rPr>
              <a:t>issues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1295" y="7087235"/>
            <a:ext cx="327025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60" dirty="0">
                <a:latin typeface="Verdana"/>
                <a:cs typeface="Verdana"/>
              </a:rPr>
              <a:t>Model</a:t>
            </a:r>
            <a:r>
              <a:rPr sz="3100" spc="-645" dirty="0">
                <a:latin typeface="Verdana"/>
                <a:cs typeface="Verdana"/>
              </a:rPr>
              <a:t> </a:t>
            </a:r>
            <a:r>
              <a:rPr sz="3100" spc="-165" dirty="0">
                <a:latin typeface="Verdana"/>
                <a:cs typeface="Verdana"/>
              </a:rPr>
              <a:t>consistency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31295" y="8058785"/>
            <a:ext cx="318770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65" dirty="0">
                <a:latin typeface="Verdana"/>
                <a:cs typeface="Verdana"/>
              </a:rPr>
              <a:t>Multi-</a:t>
            </a:r>
            <a:r>
              <a:rPr sz="3100" spc="-145" dirty="0">
                <a:latin typeface="Verdana"/>
                <a:cs typeface="Verdana"/>
              </a:rPr>
              <a:t>object</a:t>
            </a:r>
            <a:r>
              <a:rPr sz="3100" spc="-615" dirty="0">
                <a:latin typeface="Verdana"/>
                <a:cs typeface="Verdana"/>
              </a:rPr>
              <a:t> </a:t>
            </a:r>
            <a:r>
              <a:rPr sz="3100" spc="-150" dirty="0">
                <a:latin typeface="Verdana"/>
                <a:cs typeface="Verdana"/>
              </a:rPr>
              <a:t>cases</a:t>
            </a:r>
            <a:endParaRPr sz="3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2334" y="1704020"/>
            <a:ext cx="7923530" cy="10363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600" b="1" spc="-80" dirty="0">
                <a:solidFill>
                  <a:srgbClr val="0F1B40"/>
                </a:solidFill>
                <a:latin typeface="Tahoma"/>
                <a:cs typeface="Tahoma"/>
              </a:rPr>
              <a:t>Problem</a:t>
            </a:r>
            <a:r>
              <a:rPr sz="6600" b="1" spc="-780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600" b="1" spc="-90" dirty="0">
                <a:solidFill>
                  <a:srgbClr val="0F1B40"/>
                </a:solidFill>
                <a:latin typeface="Tahoma"/>
                <a:cs typeface="Tahoma"/>
              </a:rPr>
              <a:t>Statement</a:t>
            </a:r>
            <a:endParaRPr sz="66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0" y="2677302"/>
            <a:ext cx="9074549" cy="885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  <a:tabLst>
                <a:tab pos="1707514" algn="l"/>
                <a:tab pos="1753870" algn="l"/>
                <a:tab pos="4112260" algn="l"/>
                <a:tab pos="4822190" algn="l"/>
                <a:tab pos="4879340" algn="l"/>
                <a:tab pos="6292850" algn="l"/>
                <a:tab pos="6312535" algn="l"/>
                <a:tab pos="8516620" algn="l"/>
              </a:tabLst>
            </a:pP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MANUAL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MONITORING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80" dirty="0">
                <a:solidFill>
                  <a:srgbClr val="8FA3C1"/>
                </a:solidFill>
                <a:latin typeface="Tahoma"/>
                <a:cs typeface="Tahoma"/>
              </a:rPr>
              <a:t>OF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SAFETY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VIOLATIONS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305" dirty="0">
                <a:solidFill>
                  <a:srgbClr val="8FA3C1"/>
                </a:solidFill>
                <a:latin typeface="Tahoma"/>
                <a:cs typeface="Tahoma"/>
              </a:rPr>
              <a:t>IS 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SLOW,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INCONSISTENT,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	</a:t>
            </a:r>
            <a:r>
              <a:rPr sz="2600" b="1" spc="45" dirty="0">
                <a:solidFill>
                  <a:srgbClr val="8FA3C1"/>
                </a:solidFill>
                <a:latin typeface="Tahoma"/>
                <a:cs typeface="Tahoma"/>
              </a:rPr>
              <a:t>AND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	</a:t>
            </a:r>
            <a:r>
              <a:rPr sz="2600" b="1" spc="-105" dirty="0">
                <a:solidFill>
                  <a:srgbClr val="8FA3C1"/>
                </a:solidFill>
                <a:latin typeface="Tahoma"/>
                <a:cs typeface="Tahoma"/>
              </a:rPr>
              <a:t>ERROR-</a:t>
            </a:r>
            <a:r>
              <a:rPr sz="2600" b="1" spc="-30" dirty="0">
                <a:solidFill>
                  <a:srgbClr val="8FA3C1"/>
                </a:solidFill>
                <a:latin typeface="Tahoma"/>
                <a:cs typeface="Tahoma"/>
              </a:rPr>
              <a:t>PRONE.</a:t>
            </a:r>
            <a:endParaRPr sz="2600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334" y="3591702"/>
            <a:ext cx="883221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5"/>
              </a:spcBef>
              <a:tabLst>
                <a:tab pos="2899410" algn="l"/>
                <a:tab pos="4620895" algn="l"/>
                <a:tab pos="5330190" algn="l"/>
                <a:tab pos="6831330" algn="l"/>
              </a:tabLst>
            </a:pPr>
            <a:r>
              <a:rPr sz="2600" b="1" spc="-95" dirty="0">
                <a:solidFill>
                  <a:srgbClr val="8FA3C1"/>
                </a:solidFill>
                <a:latin typeface="Tahoma"/>
                <a:cs typeface="Tahoma"/>
              </a:rPr>
              <a:t>SUPERVISORS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CANNOT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WATCH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EVERY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CAMERA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20" dirty="0">
                <a:solidFill>
                  <a:srgbClr val="8FA3C1"/>
                </a:solidFill>
                <a:latin typeface="Tahoma"/>
                <a:cs typeface="Tahoma"/>
              </a:rPr>
              <a:t>FEED 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CONTINUOUSLY,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LEADING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25" dirty="0">
                <a:solidFill>
                  <a:srgbClr val="8FA3C1"/>
                </a:solidFill>
                <a:latin typeface="Tahoma"/>
                <a:cs typeface="Tahoma"/>
              </a:rPr>
              <a:t>TO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MISSED</a:t>
            </a:r>
            <a:r>
              <a:rPr sz="2600" b="1" dirty="0">
                <a:solidFill>
                  <a:srgbClr val="8FA3C1"/>
                </a:solidFill>
                <a:latin typeface="Tahoma"/>
                <a:cs typeface="Tahoma"/>
              </a:rPr>
              <a:t>	</a:t>
            </a:r>
            <a:r>
              <a:rPr sz="2600" b="1" spc="-125" dirty="0">
                <a:solidFill>
                  <a:srgbClr val="8FA3C1"/>
                </a:solidFill>
                <a:latin typeface="Tahoma"/>
                <a:cs typeface="Tahoma"/>
              </a:rPr>
              <a:t>VIOLATIONS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2334" y="4565995"/>
            <a:ext cx="86664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70" dirty="0">
                <a:solidFill>
                  <a:srgbClr val="8FA3C1"/>
                </a:solidFill>
                <a:latin typeface="Tahoma"/>
                <a:cs typeface="Tahoma"/>
              </a:rPr>
              <a:t>AND</a:t>
            </a:r>
            <a:r>
              <a:rPr sz="2600" b="1" spc="-26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40" dirty="0">
                <a:solidFill>
                  <a:srgbClr val="8FA3C1"/>
                </a:solidFill>
                <a:latin typeface="Tahoma"/>
                <a:cs typeface="Tahoma"/>
              </a:rPr>
              <a:t>SAFETY</a:t>
            </a:r>
            <a:r>
              <a:rPr sz="2600" b="1" spc="-254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35" dirty="0">
                <a:solidFill>
                  <a:srgbClr val="8FA3C1"/>
                </a:solidFill>
                <a:latin typeface="Tahoma"/>
                <a:cs typeface="Tahoma"/>
              </a:rPr>
              <a:t>HAZARDS.</a:t>
            </a:r>
            <a:r>
              <a:rPr sz="2600" b="1" spc="-26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114" dirty="0">
                <a:solidFill>
                  <a:srgbClr val="8FA3C1"/>
                </a:solidFill>
                <a:latin typeface="Tahoma"/>
                <a:cs typeface="Tahoma"/>
              </a:rPr>
              <a:t>TRADITIONAL</a:t>
            </a:r>
            <a:r>
              <a:rPr sz="2600" b="1" spc="-254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95" dirty="0">
                <a:solidFill>
                  <a:srgbClr val="8FA3C1"/>
                </a:solidFill>
                <a:latin typeface="Tahoma"/>
                <a:cs typeface="Tahoma"/>
              </a:rPr>
              <a:t>SYSTEMS</a:t>
            </a:r>
            <a:r>
              <a:rPr sz="2600" b="1" spc="-26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8FA3C1"/>
                </a:solidFill>
                <a:latin typeface="Tahoma"/>
                <a:cs typeface="Tahoma"/>
              </a:rPr>
              <a:t>LACK: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6000" y="5442151"/>
            <a:ext cx="2896235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190" dirty="0">
                <a:latin typeface="Verdana"/>
                <a:cs typeface="Verdana"/>
              </a:rPr>
              <a:t>Instant</a:t>
            </a:r>
            <a:r>
              <a:rPr sz="2950" spc="-590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detection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6000" y="6375601"/>
            <a:ext cx="3477895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110" dirty="0">
                <a:latin typeface="Verdana"/>
                <a:cs typeface="Verdana"/>
              </a:rPr>
              <a:t>Automatic</a:t>
            </a:r>
            <a:r>
              <a:rPr sz="2950" spc="-595" dirty="0">
                <a:latin typeface="Verdana"/>
                <a:cs typeface="Verdana"/>
              </a:rPr>
              <a:t> </a:t>
            </a:r>
            <a:r>
              <a:rPr sz="2950" spc="-95" dirty="0">
                <a:latin typeface="Verdana"/>
                <a:cs typeface="Verdana"/>
              </a:rPr>
              <a:t>reporting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16000" y="7309051"/>
            <a:ext cx="3260090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130" dirty="0">
                <a:latin typeface="Verdana"/>
                <a:cs typeface="Verdana"/>
              </a:rPr>
              <a:t>Evidence</a:t>
            </a:r>
            <a:r>
              <a:rPr sz="2950" spc="-585" dirty="0">
                <a:latin typeface="Verdana"/>
                <a:cs typeface="Verdana"/>
              </a:rPr>
              <a:t> </a:t>
            </a:r>
            <a:r>
              <a:rPr sz="2950" spc="-105" dirty="0">
                <a:latin typeface="Verdana"/>
                <a:cs typeface="Verdana"/>
              </a:rPr>
              <a:t>collection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6000" y="8242500"/>
            <a:ext cx="3092450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175" dirty="0">
                <a:latin typeface="Verdana"/>
                <a:cs typeface="Verdana"/>
              </a:rPr>
              <a:t>Historical</a:t>
            </a:r>
            <a:r>
              <a:rPr sz="2950" spc="-545" dirty="0">
                <a:latin typeface="Verdana"/>
                <a:cs typeface="Verdana"/>
              </a:rPr>
              <a:t> </a:t>
            </a:r>
            <a:r>
              <a:rPr sz="2950" spc="-150" dirty="0">
                <a:latin typeface="Verdana"/>
                <a:cs typeface="Verdana"/>
              </a:rPr>
              <a:t>analytics</a:t>
            </a:r>
            <a:endParaRPr sz="29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6000" y="9175950"/>
            <a:ext cx="2660650" cy="4787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240" dirty="0">
                <a:latin typeface="Verdana"/>
                <a:cs typeface="Verdana"/>
              </a:rPr>
              <a:t>Real-</a:t>
            </a:r>
            <a:r>
              <a:rPr sz="2950" spc="-70" dirty="0">
                <a:latin typeface="Verdana"/>
                <a:cs typeface="Verdana"/>
              </a:rPr>
              <a:t>time</a:t>
            </a:r>
            <a:r>
              <a:rPr sz="2950" spc="-595" dirty="0">
                <a:latin typeface="Verdana"/>
                <a:cs typeface="Verdana"/>
              </a:rPr>
              <a:t> </a:t>
            </a:r>
            <a:r>
              <a:rPr sz="2950" spc="-145" dirty="0">
                <a:latin typeface="Verdana"/>
                <a:cs typeface="Verdana"/>
              </a:rPr>
              <a:t>alerts</a:t>
            </a:r>
            <a:endParaRPr sz="29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35"/>
              </a:lnSpc>
              <a:spcBef>
                <a:spcPts val="110"/>
              </a:spcBef>
            </a:pPr>
            <a:r>
              <a:rPr spc="-120" dirty="0"/>
              <a:t>SafetyEye</a:t>
            </a:r>
            <a:r>
              <a:rPr spc="-340" dirty="0"/>
              <a:t> </a:t>
            </a:r>
            <a:r>
              <a:rPr spc="-114" dirty="0"/>
              <a:t>solves</a:t>
            </a:r>
            <a:r>
              <a:rPr spc="-335" dirty="0"/>
              <a:t> </a:t>
            </a:r>
            <a:r>
              <a:rPr spc="-35" dirty="0"/>
              <a:t>these</a:t>
            </a:r>
            <a:r>
              <a:rPr spc="-335" dirty="0"/>
              <a:t> </a:t>
            </a:r>
            <a:r>
              <a:rPr spc="-25" dirty="0"/>
              <a:t>challenges</a:t>
            </a:r>
            <a:r>
              <a:rPr spc="-335" dirty="0"/>
              <a:t> </a:t>
            </a:r>
            <a:r>
              <a:rPr spc="-60" dirty="0"/>
              <a:t>by</a:t>
            </a:r>
            <a:r>
              <a:rPr spc="-335" dirty="0"/>
              <a:t> </a:t>
            </a:r>
            <a:r>
              <a:rPr spc="-10" dirty="0"/>
              <a:t>providing:</a:t>
            </a:r>
          </a:p>
          <a:p>
            <a:pPr marL="1141730">
              <a:lnSpc>
                <a:spcPts val="7295"/>
              </a:lnSpc>
            </a:pPr>
            <a:r>
              <a:rPr sz="6200" b="1" spc="-60" dirty="0">
                <a:latin typeface="Tahoma"/>
                <a:cs typeface="Tahoma"/>
              </a:rPr>
              <a:t>System</a:t>
            </a:r>
            <a:r>
              <a:rPr sz="6200" b="1" spc="-545" dirty="0">
                <a:latin typeface="Tahoma"/>
                <a:cs typeface="Tahoma"/>
              </a:rPr>
              <a:t> </a:t>
            </a:r>
            <a:r>
              <a:rPr sz="6200" b="1" spc="-20" dirty="0">
                <a:latin typeface="Tahoma"/>
                <a:cs typeface="Tahoma"/>
              </a:rPr>
              <a:t>Architecture</a:t>
            </a:r>
            <a:endParaRPr sz="6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1146" y="587552"/>
            <a:ext cx="1257299" cy="12572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2584" y="708661"/>
            <a:ext cx="16666210" cy="9578340"/>
            <a:chOff x="332584" y="708661"/>
            <a:chExt cx="16666210" cy="9578340"/>
          </a:xfrm>
        </p:grpSpPr>
        <p:sp>
          <p:nvSpPr>
            <p:cNvPr id="5" name="object 5"/>
            <p:cNvSpPr/>
            <p:nvPr/>
          </p:nvSpPr>
          <p:spPr>
            <a:xfrm>
              <a:off x="14227436" y="767950"/>
              <a:ext cx="2771140" cy="2771140"/>
            </a:xfrm>
            <a:custGeom>
              <a:avLst/>
              <a:gdLst/>
              <a:ahLst/>
              <a:cxnLst/>
              <a:rect l="l" t="t" r="r" b="b"/>
              <a:pathLst>
                <a:path w="2771140" h="2771140">
                  <a:moveTo>
                    <a:pt x="1594596" y="2770754"/>
                  </a:moveTo>
                  <a:lnTo>
                    <a:pt x="1151794" y="2770754"/>
                  </a:lnTo>
                  <a:lnTo>
                    <a:pt x="1146368" y="2768413"/>
                  </a:lnTo>
                  <a:lnTo>
                    <a:pt x="1138282" y="2760327"/>
                  </a:lnTo>
                  <a:lnTo>
                    <a:pt x="1136048" y="2754795"/>
                  </a:lnTo>
                  <a:lnTo>
                    <a:pt x="1147219" y="1919409"/>
                  </a:lnTo>
                  <a:lnTo>
                    <a:pt x="586323" y="2524883"/>
                  </a:lnTo>
                  <a:lnTo>
                    <a:pt x="579621" y="2527011"/>
                  </a:lnTo>
                  <a:lnTo>
                    <a:pt x="568237" y="2525309"/>
                  </a:lnTo>
                  <a:lnTo>
                    <a:pt x="564407" y="2523500"/>
                  </a:lnTo>
                  <a:lnTo>
                    <a:pt x="559619" y="2518925"/>
                  </a:lnTo>
                  <a:lnTo>
                    <a:pt x="558342" y="2517436"/>
                  </a:lnTo>
                  <a:lnTo>
                    <a:pt x="557385" y="2515947"/>
                  </a:lnTo>
                  <a:lnTo>
                    <a:pt x="540189" y="2500134"/>
                  </a:lnTo>
                  <a:lnTo>
                    <a:pt x="239487" y="2213475"/>
                  </a:lnTo>
                  <a:lnTo>
                    <a:pt x="237146" y="2208156"/>
                  </a:lnTo>
                  <a:lnTo>
                    <a:pt x="236933" y="2196772"/>
                  </a:lnTo>
                  <a:lnTo>
                    <a:pt x="239168" y="2191240"/>
                  </a:lnTo>
                  <a:lnTo>
                    <a:pt x="827406" y="1592042"/>
                  </a:lnTo>
                  <a:lnTo>
                    <a:pt x="21171" y="1589489"/>
                  </a:lnTo>
                  <a:lnTo>
                    <a:pt x="12926" y="1587810"/>
                  </a:lnTo>
                  <a:lnTo>
                    <a:pt x="6197" y="1583238"/>
                  </a:lnTo>
                  <a:lnTo>
                    <a:pt x="1662" y="1576473"/>
                  </a:lnTo>
                  <a:lnTo>
                    <a:pt x="0" y="1568211"/>
                  </a:lnTo>
                  <a:lnTo>
                    <a:pt x="0" y="1226694"/>
                  </a:lnTo>
                  <a:lnTo>
                    <a:pt x="817831" y="1202862"/>
                  </a:lnTo>
                  <a:lnTo>
                    <a:pt x="247253" y="598345"/>
                  </a:lnTo>
                  <a:lnTo>
                    <a:pt x="243317" y="594622"/>
                  </a:lnTo>
                  <a:lnTo>
                    <a:pt x="240870" y="589408"/>
                  </a:lnTo>
                  <a:lnTo>
                    <a:pt x="240338" y="577493"/>
                  </a:lnTo>
                  <a:lnTo>
                    <a:pt x="242891" y="571428"/>
                  </a:lnTo>
                  <a:lnTo>
                    <a:pt x="580365" y="262680"/>
                  </a:lnTo>
                  <a:lnTo>
                    <a:pt x="586004" y="260552"/>
                  </a:lnTo>
                  <a:lnTo>
                    <a:pt x="597282" y="261297"/>
                  </a:lnTo>
                  <a:lnTo>
                    <a:pt x="602601" y="263850"/>
                  </a:lnTo>
                  <a:lnTo>
                    <a:pt x="1160944" y="894008"/>
                  </a:lnTo>
                  <a:lnTo>
                    <a:pt x="1172540" y="20959"/>
                  </a:lnTo>
                  <a:lnTo>
                    <a:pt x="1174279" y="12791"/>
                  </a:lnTo>
                  <a:lnTo>
                    <a:pt x="1178871" y="6130"/>
                  </a:lnTo>
                  <a:lnTo>
                    <a:pt x="1185617" y="1644"/>
                  </a:lnTo>
                  <a:lnTo>
                    <a:pt x="1193819" y="0"/>
                  </a:lnTo>
                  <a:lnTo>
                    <a:pt x="1552677" y="0"/>
                  </a:lnTo>
                  <a:lnTo>
                    <a:pt x="1584595" y="820917"/>
                  </a:lnTo>
                  <a:lnTo>
                    <a:pt x="1659175" y="744847"/>
                  </a:lnTo>
                  <a:lnTo>
                    <a:pt x="2214539" y="273000"/>
                  </a:lnTo>
                  <a:lnTo>
                    <a:pt x="2221842" y="268936"/>
                  </a:lnTo>
                  <a:lnTo>
                    <a:pt x="2229873" y="268013"/>
                  </a:lnTo>
                  <a:lnTo>
                    <a:pt x="2237684" y="270142"/>
                  </a:lnTo>
                  <a:lnTo>
                    <a:pt x="2244329" y="275234"/>
                  </a:lnTo>
                  <a:lnTo>
                    <a:pt x="2480625" y="545362"/>
                  </a:lnTo>
                  <a:lnTo>
                    <a:pt x="2484785" y="552605"/>
                  </a:lnTo>
                  <a:lnTo>
                    <a:pt x="2485824" y="560616"/>
                  </a:lnTo>
                  <a:lnTo>
                    <a:pt x="2483811" y="568448"/>
                  </a:lnTo>
                  <a:lnTo>
                    <a:pt x="2478816" y="575152"/>
                  </a:lnTo>
                  <a:lnTo>
                    <a:pt x="1947071" y="1054340"/>
                  </a:lnTo>
                  <a:lnTo>
                    <a:pt x="1918625" y="1085765"/>
                  </a:lnTo>
                  <a:lnTo>
                    <a:pt x="1813656" y="1199777"/>
                  </a:lnTo>
                  <a:lnTo>
                    <a:pt x="2755115" y="1196798"/>
                  </a:lnTo>
                  <a:lnTo>
                    <a:pt x="2760434" y="1199032"/>
                  </a:lnTo>
                  <a:lnTo>
                    <a:pt x="2768520" y="1207011"/>
                  </a:lnTo>
                  <a:lnTo>
                    <a:pt x="2770754" y="1212437"/>
                  </a:lnTo>
                  <a:lnTo>
                    <a:pt x="2770754" y="1582573"/>
                  </a:lnTo>
                  <a:lnTo>
                    <a:pt x="2768520" y="1587999"/>
                  </a:lnTo>
                  <a:lnTo>
                    <a:pt x="2764477" y="1592042"/>
                  </a:lnTo>
                  <a:lnTo>
                    <a:pt x="2760541" y="1595979"/>
                  </a:lnTo>
                  <a:lnTo>
                    <a:pt x="2755434" y="1598107"/>
                  </a:lnTo>
                  <a:lnTo>
                    <a:pt x="2749582" y="1598213"/>
                  </a:lnTo>
                  <a:lnTo>
                    <a:pt x="1782164" y="1595127"/>
                  </a:lnTo>
                  <a:lnTo>
                    <a:pt x="1793867" y="1608426"/>
                  </a:lnTo>
                  <a:lnTo>
                    <a:pt x="2470943" y="2229966"/>
                  </a:lnTo>
                  <a:lnTo>
                    <a:pt x="2475858" y="2236715"/>
                  </a:lnTo>
                  <a:lnTo>
                    <a:pt x="2477792" y="2244541"/>
                  </a:lnTo>
                  <a:lnTo>
                    <a:pt x="2476673" y="2252527"/>
                  </a:lnTo>
                  <a:lnTo>
                    <a:pt x="2472432" y="2259755"/>
                  </a:lnTo>
                  <a:lnTo>
                    <a:pt x="2233903" y="2527968"/>
                  </a:lnTo>
                  <a:lnTo>
                    <a:pt x="2227213" y="2533027"/>
                  </a:lnTo>
                  <a:lnTo>
                    <a:pt x="2219407" y="2535083"/>
                  </a:lnTo>
                  <a:lnTo>
                    <a:pt x="2211401" y="2534087"/>
                  </a:lnTo>
                  <a:lnTo>
                    <a:pt x="2204113" y="2529990"/>
                  </a:lnTo>
                  <a:lnTo>
                    <a:pt x="1600341" y="2009948"/>
                  </a:lnTo>
                  <a:lnTo>
                    <a:pt x="1610129" y="2754795"/>
                  </a:lnTo>
                  <a:lnTo>
                    <a:pt x="1608001" y="2760327"/>
                  </a:lnTo>
                  <a:lnTo>
                    <a:pt x="1600022" y="2768520"/>
                  </a:lnTo>
                  <a:lnTo>
                    <a:pt x="1594596" y="2770754"/>
                  </a:lnTo>
                  <a:close/>
                </a:path>
              </a:pathLst>
            </a:custGeom>
            <a:solidFill>
              <a:srgbClr val="CFE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584" y="2434825"/>
              <a:ext cx="10756265" cy="7852409"/>
            </a:xfrm>
            <a:custGeom>
              <a:avLst/>
              <a:gdLst/>
              <a:ahLst/>
              <a:cxnLst/>
              <a:rect l="l" t="t" r="r" b="b"/>
              <a:pathLst>
                <a:path w="10756265" h="7852409">
                  <a:moveTo>
                    <a:pt x="10269935" y="7852174"/>
                  </a:moveTo>
                  <a:lnTo>
                    <a:pt x="485774" y="7852174"/>
                  </a:lnTo>
                  <a:lnTo>
                    <a:pt x="437762" y="7849797"/>
                  </a:lnTo>
                  <a:lnTo>
                    <a:pt x="390562" y="7842754"/>
                  </a:lnTo>
                  <a:lnTo>
                    <a:pt x="344494" y="7831176"/>
                  </a:lnTo>
                  <a:lnTo>
                    <a:pt x="299876" y="7815196"/>
                  </a:lnTo>
                  <a:lnTo>
                    <a:pt x="257028" y="7794946"/>
                  </a:lnTo>
                  <a:lnTo>
                    <a:pt x="216266" y="7770558"/>
                  </a:lnTo>
                  <a:lnTo>
                    <a:pt x="177911" y="7742163"/>
                  </a:lnTo>
                  <a:lnTo>
                    <a:pt x="142280" y="7709894"/>
                  </a:lnTo>
                  <a:lnTo>
                    <a:pt x="110010" y="7674263"/>
                  </a:lnTo>
                  <a:lnTo>
                    <a:pt x="81615" y="7635907"/>
                  </a:lnTo>
                  <a:lnTo>
                    <a:pt x="57227" y="7595146"/>
                  </a:lnTo>
                  <a:lnTo>
                    <a:pt x="36977" y="7552297"/>
                  </a:lnTo>
                  <a:lnTo>
                    <a:pt x="20997" y="7507679"/>
                  </a:lnTo>
                  <a:lnTo>
                    <a:pt x="9420" y="7461611"/>
                  </a:lnTo>
                  <a:lnTo>
                    <a:pt x="2377" y="7414412"/>
                  </a:lnTo>
                  <a:lnTo>
                    <a:pt x="0" y="7366399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0269935" y="0"/>
                  </a:lnTo>
                  <a:lnTo>
                    <a:pt x="10317948" y="2377"/>
                  </a:lnTo>
                  <a:lnTo>
                    <a:pt x="10365148" y="9420"/>
                  </a:lnTo>
                  <a:lnTo>
                    <a:pt x="10411216" y="20997"/>
                  </a:lnTo>
                  <a:lnTo>
                    <a:pt x="10455833" y="36977"/>
                  </a:lnTo>
                  <a:lnTo>
                    <a:pt x="10498682" y="57227"/>
                  </a:lnTo>
                  <a:lnTo>
                    <a:pt x="10539443" y="81615"/>
                  </a:lnTo>
                  <a:lnTo>
                    <a:pt x="10577799" y="110010"/>
                  </a:lnTo>
                  <a:lnTo>
                    <a:pt x="10613430" y="142280"/>
                  </a:lnTo>
                  <a:lnTo>
                    <a:pt x="10645699" y="177911"/>
                  </a:lnTo>
                  <a:lnTo>
                    <a:pt x="10674094" y="216266"/>
                  </a:lnTo>
                  <a:lnTo>
                    <a:pt x="10698483" y="257028"/>
                  </a:lnTo>
                  <a:lnTo>
                    <a:pt x="10718733" y="299876"/>
                  </a:lnTo>
                  <a:lnTo>
                    <a:pt x="10734712" y="344494"/>
                  </a:lnTo>
                  <a:lnTo>
                    <a:pt x="10746290" y="390562"/>
                  </a:lnTo>
                  <a:lnTo>
                    <a:pt x="10753333" y="437762"/>
                  </a:lnTo>
                  <a:lnTo>
                    <a:pt x="10755710" y="485774"/>
                  </a:lnTo>
                  <a:lnTo>
                    <a:pt x="10755710" y="7366399"/>
                  </a:lnTo>
                  <a:lnTo>
                    <a:pt x="10753333" y="7414412"/>
                  </a:lnTo>
                  <a:lnTo>
                    <a:pt x="10746290" y="7461611"/>
                  </a:lnTo>
                  <a:lnTo>
                    <a:pt x="10734712" y="7507679"/>
                  </a:lnTo>
                  <a:lnTo>
                    <a:pt x="10718733" y="7552297"/>
                  </a:lnTo>
                  <a:lnTo>
                    <a:pt x="10698483" y="7595146"/>
                  </a:lnTo>
                  <a:lnTo>
                    <a:pt x="10674094" y="7635907"/>
                  </a:lnTo>
                  <a:lnTo>
                    <a:pt x="10645699" y="7674263"/>
                  </a:lnTo>
                  <a:lnTo>
                    <a:pt x="10613430" y="7709894"/>
                  </a:lnTo>
                  <a:lnTo>
                    <a:pt x="10577799" y="7742163"/>
                  </a:lnTo>
                  <a:lnTo>
                    <a:pt x="10539443" y="7770558"/>
                  </a:lnTo>
                  <a:lnTo>
                    <a:pt x="10498682" y="7794946"/>
                  </a:lnTo>
                  <a:lnTo>
                    <a:pt x="10455833" y="7815196"/>
                  </a:lnTo>
                  <a:lnTo>
                    <a:pt x="10411216" y="7831176"/>
                  </a:lnTo>
                  <a:lnTo>
                    <a:pt x="10365148" y="7842754"/>
                  </a:lnTo>
                  <a:lnTo>
                    <a:pt x="10317948" y="7849797"/>
                  </a:lnTo>
                  <a:lnTo>
                    <a:pt x="10269935" y="785217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5649" y="2588141"/>
              <a:ext cx="10042525" cy="7561580"/>
            </a:xfrm>
            <a:custGeom>
              <a:avLst/>
              <a:gdLst/>
              <a:ahLst/>
              <a:cxnLst/>
              <a:rect l="l" t="t" r="r" b="b"/>
              <a:pathLst>
                <a:path w="10042525" h="7561580">
                  <a:moveTo>
                    <a:pt x="9561607" y="7561105"/>
                  </a:moveTo>
                  <a:lnTo>
                    <a:pt x="485774" y="7561105"/>
                  </a:lnTo>
                  <a:lnTo>
                    <a:pt x="437762" y="7558728"/>
                  </a:lnTo>
                  <a:lnTo>
                    <a:pt x="390562" y="7551685"/>
                  </a:lnTo>
                  <a:lnTo>
                    <a:pt x="344494" y="7540107"/>
                  </a:lnTo>
                  <a:lnTo>
                    <a:pt x="299876" y="7524128"/>
                  </a:lnTo>
                  <a:lnTo>
                    <a:pt x="257028" y="7503878"/>
                  </a:lnTo>
                  <a:lnTo>
                    <a:pt x="216266" y="7479489"/>
                  </a:lnTo>
                  <a:lnTo>
                    <a:pt x="177911" y="7451094"/>
                  </a:lnTo>
                  <a:lnTo>
                    <a:pt x="142280" y="7418825"/>
                  </a:lnTo>
                  <a:lnTo>
                    <a:pt x="110010" y="7383194"/>
                  </a:lnTo>
                  <a:lnTo>
                    <a:pt x="81615" y="7344838"/>
                  </a:lnTo>
                  <a:lnTo>
                    <a:pt x="57227" y="7304077"/>
                  </a:lnTo>
                  <a:lnTo>
                    <a:pt x="36977" y="7261228"/>
                  </a:lnTo>
                  <a:lnTo>
                    <a:pt x="20997" y="7216610"/>
                  </a:lnTo>
                  <a:lnTo>
                    <a:pt x="9420" y="7170542"/>
                  </a:lnTo>
                  <a:lnTo>
                    <a:pt x="2377" y="7123343"/>
                  </a:lnTo>
                  <a:lnTo>
                    <a:pt x="0" y="7075330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9561607" y="0"/>
                  </a:lnTo>
                  <a:lnTo>
                    <a:pt x="9609620" y="2377"/>
                  </a:lnTo>
                  <a:lnTo>
                    <a:pt x="9656820" y="9420"/>
                  </a:lnTo>
                  <a:lnTo>
                    <a:pt x="9702888" y="20997"/>
                  </a:lnTo>
                  <a:lnTo>
                    <a:pt x="9747505" y="36977"/>
                  </a:lnTo>
                  <a:lnTo>
                    <a:pt x="9790354" y="57227"/>
                  </a:lnTo>
                  <a:lnTo>
                    <a:pt x="9831116" y="81616"/>
                  </a:lnTo>
                  <a:lnTo>
                    <a:pt x="9869471" y="110010"/>
                  </a:lnTo>
                  <a:lnTo>
                    <a:pt x="9905102" y="142280"/>
                  </a:lnTo>
                  <a:lnTo>
                    <a:pt x="9937372" y="177911"/>
                  </a:lnTo>
                  <a:lnTo>
                    <a:pt x="9965767" y="216266"/>
                  </a:lnTo>
                  <a:lnTo>
                    <a:pt x="9990155" y="257028"/>
                  </a:lnTo>
                  <a:lnTo>
                    <a:pt x="10010406" y="299877"/>
                  </a:lnTo>
                  <a:lnTo>
                    <a:pt x="10026386" y="344494"/>
                  </a:lnTo>
                  <a:lnTo>
                    <a:pt x="10037963" y="390562"/>
                  </a:lnTo>
                  <a:lnTo>
                    <a:pt x="10042092" y="418233"/>
                  </a:lnTo>
                  <a:lnTo>
                    <a:pt x="10042092" y="7142872"/>
                  </a:lnTo>
                  <a:lnTo>
                    <a:pt x="10026386" y="7216610"/>
                  </a:lnTo>
                  <a:lnTo>
                    <a:pt x="10010406" y="7261228"/>
                  </a:lnTo>
                  <a:lnTo>
                    <a:pt x="9990155" y="7304077"/>
                  </a:lnTo>
                  <a:lnTo>
                    <a:pt x="9965767" y="7344838"/>
                  </a:lnTo>
                  <a:lnTo>
                    <a:pt x="9937372" y="7383194"/>
                  </a:lnTo>
                  <a:lnTo>
                    <a:pt x="9905102" y="7418825"/>
                  </a:lnTo>
                  <a:lnTo>
                    <a:pt x="9869471" y="7451094"/>
                  </a:lnTo>
                  <a:lnTo>
                    <a:pt x="9831116" y="7479489"/>
                  </a:lnTo>
                  <a:lnTo>
                    <a:pt x="9790354" y="7503878"/>
                  </a:lnTo>
                  <a:lnTo>
                    <a:pt x="9747505" y="7524128"/>
                  </a:lnTo>
                  <a:lnTo>
                    <a:pt x="9702888" y="7540107"/>
                  </a:lnTo>
                  <a:lnTo>
                    <a:pt x="9656820" y="7551685"/>
                  </a:lnTo>
                  <a:lnTo>
                    <a:pt x="9609620" y="7558728"/>
                  </a:lnTo>
                  <a:lnTo>
                    <a:pt x="9561607" y="7561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345643" y="708661"/>
              <a:ext cx="581660" cy="676910"/>
            </a:xfrm>
            <a:custGeom>
              <a:avLst/>
              <a:gdLst/>
              <a:ahLst/>
              <a:cxnLst/>
              <a:rect l="l" t="t" r="r" b="b"/>
              <a:pathLst>
                <a:path w="581659" h="676910">
                  <a:moveTo>
                    <a:pt x="290597" y="676444"/>
                  </a:moveTo>
                  <a:lnTo>
                    <a:pt x="247654" y="672777"/>
                  </a:lnTo>
                  <a:lnTo>
                    <a:pt x="206668" y="662124"/>
                  </a:lnTo>
                  <a:lnTo>
                    <a:pt x="168088" y="645009"/>
                  </a:lnTo>
                  <a:lnTo>
                    <a:pt x="132363" y="621954"/>
                  </a:lnTo>
                  <a:lnTo>
                    <a:pt x="99943" y="593484"/>
                  </a:lnTo>
                  <a:lnTo>
                    <a:pt x="71278" y="560120"/>
                  </a:lnTo>
                  <a:lnTo>
                    <a:pt x="46816" y="522387"/>
                  </a:lnTo>
                  <a:lnTo>
                    <a:pt x="27008" y="480808"/>
                  </a:lnTo>
                  <a:lnTo>
                    <a:pt x="12303" y="435905"/>
                  </a:lnTo>
                  <a:lnTo>
                    <a:pt x="3150" y="388202"/>
                  </a:lnTo>
                  <a:lnTo>
                    <a:pt x="0" y="338222"/>
                  </a:lnTo>
                  <a:lnTo>
                    <a:pt x="3150" y="288242"/>
                  </a:lnTo>
                  <a:lnTo>
                    <a:pt x="12303" y="240539"/>
                  </a:lnTo>
                  <a:lnTo>
                    <a:pt x="27008" y="195636"/>
                  </a:lnTo>
                  <a:lnTo>
                    <a:pt x="46816" y="154056"/>
                  </a:lnTo>
                  <a:lnTo>
                    <a:pt x="71278" y="116323"/>
                  </a:lnTo>
                  <a:lnTo>
                    <a:pt x="99943" y="82960"/>
                  </a:lnTo>
                  <a:lnTo>
                    <a:pt x="132363" y="54489"/>
                  </a:lnTo>
                  <a:lnTo>
                    <a:pt x="168088" y="31435"/>
                  </a:lnTo>
                  <a:lnTo>
                    <a:pt x="206668" y="14319"/>
                  </a:lnTo>
                  <a:lnTo>
                    <a:pt x="247654" y="3667"/>
                  </a:lnTo>
                  <a:lnTo>
                    <a:pt x="290597" y="0"/>
                  </a:lnTo>
                  <a:lnTo>
                    <a:pt x="333539" y="3667"/>
                  </a:lnTo>
                  <a:lnTo>
                    <a:pt x="374525" y="14319"/>
                  </a:lnTo>
                  <a:lnTo>
                    <a:pt x="413105" y="31435"/>
                  </a:lnTo>
                  <a:lnTo>
                    <a:pt x="448830" y="54489"/>
                  </a:lnTo>
                  <a:lnTo>
                    <a:pt x="481250" y="82960"/>
                  </a:lnTo>
                  <a:lnTo>
                    <a:pt x="509915" y="116323"/>
                  </a:lnTo>
                  <a:lnTo>
                    <a:pt x="534377" y="154056"/>
                  </a:lnTo>
                  <a:lnTo>
                    <a:pt x="554185" y="195636"/>
                  </a:lnTo>
                  <a:lnTo>
                    <a:pt x="568890" y="240539"/>
                  </a:lnTo>
                  <a:lnTo>
                    <a:pt x="578043" y="288242"/>
                  </a:lnTo>
                  <a:lnTo>
                    <a:pt x="581194" y="338222"/>
                  </a:lnTo>
                  <a:lnTo>
                    <a:pt x="578043" y="388202"/>
                  </a:lnTo>
                  <a:lnTo>
                    <a:pt x="568890" y="435905"/>
                  </a:lnTo>
                  <a:lnTo>
                    <a:pt x="554185" y="480808"/>
                  </a:lnTo>
                  <a:lnTo>
                    <a:pt x="534377" y="522387"/>
                  </a:lnTo>
                  <a:lnTo>
                    <a:pt x="509915" y="560120"/>
                  </a:lnTo>
                  <a:lnTo>
                    <a:pt x="481250" y="593484"/>
                  </a:lnTo>
                  <a:lnTo>
                    <a:pt x="448830" y="621954"/>
                  </a:lnTo>
                  <a:lnTo>
                    <a:pt x="413105" y="645009"/>
                  </a:lnTo>
                  <a:lnTo>
                    <a:pt x="374525" y="662124"/>
                  </a:lnTo>
                  <a:lnTo>
                    <a:pt x="333539" y="672777"/>
                  </a:lnTo>
                  <a:lnTo>
                    <a:pt x="290597" y="67644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3697464"/>
              <a:ext cx="89262" cy="892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3983105"/>
              <a:ext cx="89262" cy="892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4268746"/>
              <a:ext cx="89262" cy="892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4840029"/>
              <a:ext cx="89262" cy="8926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5125670"/>
              <a:ext cx="89262" cy="892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5411311"/>
              <a:ext cx="89262" cy="8926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6268235"/>
              <a:ext cx="89262" cy="892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6553876"/>
              <a:ext cx="89262" cy="8926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6839518"/>
              <a:ext cx="89262" cy="892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7125159"/>
              <a:ext cx="89262" cy="892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7696441"/>
              <a:ext cx="89262" cy="8926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697" y="7982082"/>
              <a:ext cx="89262" cy="892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401" y="8263261"/>
              <a:ext cx="98189" cy="981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401" y="8548902"/>
              <a:ext cx="98189" cy="981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401" y="8834543"/>
              <a:ext cx="98189" cy="981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401" y="9120184"/>
              <a:ext cx="98189" cy="98189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450850" algn="ctr">
              <a:lnSpc>
                <a:spcPts val="2250"/>
              </a:lnSpc>
              <a:spcBef>
                <a:spcPts val="415"/>
              </a:spcBef>
            </a:pPr>
            <a:r>
              <a:rPr dirty="0"/>
              <a:t>SafetyEye</a:t>
            </a:r>
            <a:r>
              <a:rPr spc="30" dirty="0"/>
              <a:t> </a:t>
            </a:r>
            <a:r>
              <a:rPr spc="60" dirty="0"/>
              <a:t>uses</a:t>
            </a:r>
            <a:r>
              <a:rPr spc="30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75" dirty="0"/>
              <a:t>modular</a:t>
            </a:r>
            <a:r>
              <a:rPr spc="30" dirty="0"/>
              <a:t> </a:t>
            </a:r>
            <a:r>
              <a:rPr spc="90" dirty="0"/>
              <a:t>and</a:t>
            </a:r>
            <a:r>
              <a:rPr spc="30" dirty="0"/>
              <a:t> </a:t>
            </a:r>
            <a:r>
              <a:rPr spc="50" dirty="0"/>
              <a:t>scalable</a:t>
            </a:r>
            <a:r>
              <a:rPr spc="30" dirty="0"/>
              <a:t> </a:t>
            </a:r>
            <a:r>
              <a:rPr spc="-30" dirty="0"/>
              <a:t>AI</a:t>
            </a:r>
            <a:r>
              <a:rPr spc="30" dirty="0"/>
              <a:t> </a:t>
            </a:r>
            <a:r>
              <a:rPr spc="60" dirty="0"/>
              <a:t>pipeline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75" dirty="0"/>
              <a:t>detect</a:t>
            </a:r>
            <a:r>
              <a:rPr spc="30" dirty="0"/>
              <a:t> </a:t>
            </a:r>
            <a:r>
              <a:rPr spc="110" dirty="0"/>
              <a:t>PPE </a:t>
            </a:r>
            <a:r>
              <a:rPr dirty="0"/>
              <a:t>violations</a:t>
            </a:r>
            <a:r>
              <a:rPr spc="65" dirty="0"/>
              <a:t> </a:t>
            </a:r>
            <a:r>
              <a:rPr spc="50" dirty="0"/>
              <a:t>in</a:t>
            </a:r>
            <a:r>
              <a:rPr spc="70" dirty="0"/>
              <a:t> </a:t>
            </a:r>
            <a:r>
              <a:rPr dirty="0"/>
              <a:t>real</a:t>
            </a:r>
            <a:r>
              <a:rPr spc="70" dirty="0"/>
              <a:t> </a:t>
            </a:r>
            <a:r>
              <a:rPr dirty="0"/>
              <a:t>time.</a:t>
            </a:r>
            <a:r>
              <a:rPr spc="70" dirty="0"/>
              <a:t> </a:t>
            </a:r>
            <a:r>
              <a:rPr spc="65" dirty="0"/>
              <a:t>The </a:t>
            </a:r>
            <a:r>
              <a:rPr spc="60" dirty="0"/>
              <a:t>system</a:t>
            </a:r>
            <a:r>
              <a:rPr spc="70" dirty="0"/>
              <a:t> </a:t>
            </a:r>
            <a:r>
              <a:rPr spc="50" dirty="0"/>
              <a:t>works</a:t>
            </a:r>
            <a:r>
              <a:rPr spc="70" dirty="0"/>
              <a:t> </a:t>
            </a:r>
            <a:r>
              <a:rPr spc="75" dirty="0"/>
              <a:t>through</a:t>
            </a:r>
            <a:r>
              <a:rPr spc="70" dirty="0"/>
              <a:t> </a:t>
            </a:r>
            <a:r>
              <a:rPr dirty="0"/>
              <a:t>four</a:t>
            </a:r>
            <a:r>
              <a:rPr spc="70" dirty="0"/>
              <a:t> </a:t>
            </a:r>
            <a:r>
              <a:rPr spc="85" dirty="0"/>
              <a:t>main</a:t>
            </a:r>
            <a:r>
              <a:rPr spc="65" dirty="0"/>
              <a:t> </a:t>
            </a:r>
            <a:r>
              <a:rPr spc="-10" dirty="0"/>
              <a:t>layers:</a:t>
            </a:r>
          </a:p>
          <a:p>
            <a:pPr marR="438150" algn="ctr">
              <a:lnSpc>
                <a:spcPts val="2085"/>
              </a:lnSpc>
            </a:pPr>
            <a:r>
              <a:rPr sz="1950" b="0" spc="1560" dirty="0">
                <a:latin typeface="Courier New"/>
                <a:cs typeface="Courier New"/>
              </a:rPr>
              <a:t>🔹</a:t>
            </a:r>
            <a:r>
              <a:rPr sz="1950" b="0" spc="-540" dirty="0">
                <a:latin typeface="Courier New"/>
                <a:cs typeface="Courier New"/>
              </a:rPr>
              <a:t> </a:t>
            </a:r>
            <a:r>
              <a:rPr spc="-315" dirty="0"/>
              <a:t>1.</a:t>
            </a:r>
            <a:r>
              <a:rPr spc="20" dirty="0"/>
              <a:t> </a:t>
            </a:r>
            <a:r>
              <a:rPr dirty="0"/>
              <a:t>Input</a:t>
            </a:r>
            <a:r>
              <a:rPr spc="20" dirty="0"/>
              <a:t> </a:t>
            </a:r>
            <a:r>
              <a:rPr dirty="0"/>
              <a:t>Layer</a:t>
            </a:r>
            <a:r>
              <a:rPr spc="20" dirty="0"/>
              <a:t> </a:t>
            </a:r>
            <a:r>
              <a:rPr spc="-285" dirty="0"/>
              <a:t>–</a:t>
            </a:r>
            <a:r>
              <a:rPr spc="15" dirty="0"/>
              <a:t> </a:t>
            </a:r>
            <a:r>
              <a:rPr spc="80" dirty="0"/>
              <a:t>Video</a:t>
            </a:r>
            <a:r>
              <a:rPr spc="20" dirty="0"/>
              <a:t> </a:t>
            </a:r>
            <a:r>
              <a:rPr spc="55" dirty="0"/>
              <a:t>Capture</a:t>
            </a:r>
            <a:endParaRPr sz="1950" dirty="0">
              <a:latin typeface="Courier New"/>
              <a:cs typeface="Courier New"/>
            </a:endParaRPr>
          </a:p>
          <a:p>
            <a:pPr marL="2053589" marR="2034539" algn="ctr">
              <a:lnSpc>
                <a:spcPts val="2250"/>
              </a:lnSpc>
              <a:spcBef>
                <a:spcPts val="165"/>
              </a:spcBef>
            </a:pPr>
            <a:r>
              <a:rPr spc="90" dirty="0"/>
              <a:t>Accepts</a:t>
            </a:r>
            <a:r>
              <a:rPr spc="15" dirty="0"/>
              <a:t> </a:t>
            </a:r>
            <a:r>
              <a:rPr spc="85" dirty="0"/>
              <a:t>Webcam,</a:t>
            </a:r>
            <a:r>
              <a:rPr spc="15" dirty="0"/>
              <a:t> </a:t>
            </a:r>
            <a:r>
              <a:rPr dirty="0"/>
              <a:t>CCTV,</a:t>
            </a:r>
            <a:r>
              <a:rPr spc="20" dirty="0"/>
              <a:t> </a:t>
            </a:r>
            <a:r>
              <a:rPr spc="-55" dirty="0"/>
              <a:t>RTSP/IP</a:t>
            </a:r>
            <a:r>
              <a:rPr spc="15" dirty="0"/>
              <a:t> </a:t>
            </a:r>
            <a:r>
              <a:rPr spc="65" dirty="0"/>
              <a:t>camera </a:t>
            </a:r>
            <a:r>
              <a:rPr spc="60" dirty="0"/>
              <a:t>Captures</a:t>
            </a:r>
            <a:r>
              <a:rPr spc="15" dirty="0"/>
              <a:t> </a:t>
            </a:r>
            <a:r>
              <a:rPr spc="70" dirty="0"/>
              <a:t>continuous</a:t>
            </a:r>
            <a:r>
              <a:rPr spc="20" dirty="0"/>
              <a:t> </a:t>
            </a:r>
            <a:r>
              <a:rPr spc="85" dirty="0"/>
              <a:t>frames</a:t>
            </a:r>
            <a:r>
              <a:rPr spc="20" dirty="0"/>
              <a:t> </a:t>
            </a:r>
            <a:r>
              <a:rPr dirty="0"/>
              <a:t>via</a:t>
            </a:r>
            <a:r>
              <a:rPr spc="20" dirty="0"/>
              <a:t> </a:t>
            </a:r>
            <a:r>
              <a:rPr spc="110" dirty="0"/>
              <a:t>OpenCV</a:t>
            </a:r>
          </a:p>
          <a:p>
            <a:pPr marL="11430" algn="ctr">
              <a:lnSpc>
                <a:spcPts val="2085"/>
              </a:lnSpc>
            </a:pPr>
            <a:r>
              <a:rPr spc="75" dirty="0"/>
              <a:t>Sends</a:t>
            </a:r>
            <a:r>
              <a:rPr spc="-15" dirty="0"/>
              <a:t> </a:t>
            </a:r>
            <a:r>
              <a:rPr spc="85" dirty="0"/>
              <a:t>frames</a:t>
            </a:r>
            <a:r>
              <a:rPr dirty="0"/>
              <a:t> to</a:t>
            </a:r>
            <a:r>
              <a:rPr spc="-5" dirty="0"/>
              <a:t> </a:t>
            </a:r>
            <a:r>
              <a:rPr spc="75" dirty="0"/>
              <a:t>the</a:t>
            </a:r>
            <a:r>
              <a:rPr dirty="0"/>
              <a:t> </a:t>
            </a:r>
            <a:r>
              <a:rPr spc="-30" dirty="0"/>
              <a:t>AI</a:t>
            </a:r>
            <a:r>
              <a:rPr spc="-5" dirty="0"/>
              <a:t> </a:t>
            </a:r>
            <a:r>
              <a:rPr spc="100" dirty="0"/>
              <a:t>model</a:t>
            </a:r>
            <a:r>
              <a:rPr dirty="0"/>
              <a:t> for</a:t>
            </a:r>
            <a:r>
              <a:rPr spc="-5" dirty="0"/>
              <a:t> </a:t>
            </a:r>
            <a:r>
              <a:rPr spc="-10" dirty="0"/>
              <a:t>real-</a:t>
            </a:r>
            <a:r>
              <a:rPr spc="80" dirty="0"/>
              <a:t>time</a:t>
            </a:r>
            <a:r>
              <a:rPr dirty="0"/>
              <a:t> </a:t>
            </a:r>
            <a:r>
              <a:rPr spc="55" dirty="0"/>
              <a:t>processing</a:t>
            </a:r>
          </a:p>
          <a:p>
            <a:pPr marR="438150" algn="ctr">
              <a:lnSpc>
                <a:spcPts val="2250"/>
              </a:lnSpc>
            </a:pPr>
            <a:r>
              <a:rPr sz="1950" b="0" spc="1560" dirty="0">
                <a:latin typeface="Courier New"/>
                <a:cs typeface="Courier New"/>
              </a:rPr>
              <a:t>🔹</a:t>
            </a:r>
            <a:r>
              <a:rPr sz="1950" b="0" spc="-570" dirty="0">
                <a:latin typeface="Courier New"/>
                <a:cs typeface="Courier New"/>
              </a:rPr>
              <a:t> </a:t>
            </a:r>
            <a:r>
              <a:rPr spc="-55" dirty="0"/>
              <a:t>2.</a:t>
            </a:r>
            <a:r>
              <a:rPr spc="-15" dirty="0"/>
              <a:t> </a:t>
            </a:r>
            <a:r>
              <a:rPr spc="-30" dirty="0"/>
              <a:t>AI</a:t>
            </a:r>
            <a:r>
              <a:rPr spc="-15" dirty="0"/>
              <a:t> </a:t>
            </a:r>
            <a:r>
              <a:rPr spc="70" dirty="0"/>
              <a:t>Processing</a:t>
            </a:r>
            <a:r>
              <a:rPr spc="-15" dirty="0"/>
              <a:t> </a:t>
            </a:r>
            <a:r>
              <a:rPr dirty="0"/>
              <a:t>Layer</a:t>
            </a:r>
            <a:r>
              <a:rPr spc="-15" dirty="0"/>
              <a:t> </a:t>
            </a:r>
            <a:r>
              <a:rPr spc="-285" dirty="0"/>
              <a:t>–</a:t>
            </a:r>
            <a:r>
              <a:rPr spc="-10" dirty="0"/>
              <a:t> </a:t>
            </a:r>
            <a:r>
              <a:rPr spc="65" dirty="0"/>
              <a:t>YOLOv8</a:t>
            </a:r>
            <a:r>
              <a:rPr spc="-15" dirty="0"/>
              <a:t> </a:t>
            </a:r>
            <a:r>
              <a:rPr spc="85" dirty="0"/>
              <a:t>Engine</a:t>
            </a:r>
            <a:endParaRPr sz="1950" dirty="0">
              <a:latin typeface="Courier New"/>
              <a:cs typeface="Courier New"/>
            </a:endParaRPr>
          </a:p>
          <a:p>
            <a:pPr marL="23495" marR="5080" algn="ctr">
              <a:lnSpc>
                <a:spcPts val="2250"/>
              </a:lnSpc>
              <a:spcBef>
                <a:spcPts val="165"/>
              </a:spcBef>
            </a:pPr>
            <a:r>
              <a:rPr dirty="0"/>
              <a:t>Detects:</a:t>
            </a:r>
            <a:r>
              <a:rPr spc="100" dirty="0"/>
              <a:t> </a:t>
            </a:r>
            <a:r>
              <a:rPr spc="55" dirty="0"/>
              <a:t>Helmet,</a:t>
            </a:r>
            <a:r>
              <a:rPr spc="100" dirty="0"/>
              <a:t> </a:t>
            </a:r>
            <a:r>
              <a:rPr dirty="0"/>
              <a:t>Mask,</a:t>
            </a:r>
            <a:r>
              <a:rPr spc="100" dirty="0"/>
              <a:t> </a:t>
            </a:r>
            <a:r>
              <a:rPr dirty="0"/>
              <a:t>Safety</a:t>
            </a:r>
            <a:r>
              <a:rPr spc="100" dirty="0"/>
              <a:t> </a:t>
            </a:r>
            <a:r>
              <a:rPr dirty="0"/>
              <a:t>Vest,</a:t>
            </a:r>
            <a:r>
              <a:rPr spc="105" dirty="0"/>
              <a:t> </a:t>
            </a:r>
            <a:r>
              <a:rPr spc="45" dirty="0"/>
              <a:t>Violations</a:t>
            </a:r>
            <a:r>
              <a:rPr spc="100" dirty="0"/>
              <a:t> </a:t>
            </a:r>
            <a:r>
              <a:rPr dirty="0"/>
              <a:t>(No</a:t>
            </a:r>
            <a:r>
              <a:rPr spc="100" dirty="0"/>
              <a:t> </a:t>
            </a:r>
            <a:r>
              <a:rPr spc="-10" dirty="0"/>
              <a:t>Helmet/Mask/Vest) </a:t>
            </a:r>
            <a:r>
              <a:rPr spc="45" dirty="0"/>
              <a:t>Outputs:</a:t>
            </a:r>
            <a:r>
              <a:rPr spc="30" dirty="0"/>
              <a:t> </a:t>
            </a:r>
            <a:r>
              <a:rPr dirty="0"/>
              <a:t>labels,</a:t>
            </a:r>
            <a:r>
              <a:rPr spc="35" dirty="0"/>
              <a:t> </a:t>
            </a:r>
            <a:r>
              <a:rPr spc="75" dirty="0"/>
              <a:t>confidence,</a:t>
            </a:r>
            <a:r>
              <a:rPr spc="30" dirty="0"/>
              <a:t> </a:t>
            </a:r>
            <a:r>
              <a:rPr spc="95" dirty="0"/>
              <a:t>bounding</a:t>
            </a:r>
            <a:r>
              <a:rPr spc="35" dirty="0"/>
              <a:t> </a:t>
            </a:r>
            <a:r>
              <a:rPr spc="-10" dirty="0"/>
              <a:t>boxes</a:t>
            </a:r>
          </a:p>
          <a:p>
            <a:pPr marL="11430" algn="ctr">
              <a:lnSpc>
                <a:spcPts val="2085"/>
              </a:lnSpc>
            </a:pPr>
            <a:r>
              <a:rPr spc="80" dirty="0"/>
              <a:t>Optimized</a:t>
            </a:r>
            <a:r>
              <a:rPr spc="90" dirty="0"/>
              <a:t> </a:t>
            </a:r>
            <a:r>
              <a:rPr spc="60" dirty="0"/>
              <a:t>with</a:t>
            </a:r>
            <a:r>
              <a:rPr spc="90" dirty="0"/>
              <a:t> </a:t>
            </a:r>
            <a:r>
              <a:rPr dirty="0"/>
              <a:t>resizing,</a:t>
            </a:r>
            <a:r>
              <a:rPr spc="90" dirty="0"/>
              <a:t> </a:t>
            </a:r>
            <a:r>
              <a:rPr dirty="0"/>
              <a:t>GPU/CPU</a:t>
            </a:r>
            <a:r>
              <a:rPr spc="90" dirty="0"/>
              <a:t> </a:t>
            </a:r>
            <a:r>
              <a:rPr spc="50" dirty="0"/>
              <a:t>tuning,</a:t>
            </a:r>
            <a:r>
              <a:rPr spc="90" dirty="0"/>
              <a:t> and </a:t>
            </a:r>
            <a:r>
              <a:rPr spc="40" dirty="0"/>
              <a:t>duplicate-</a:t>
            </a:r>
            <a:r>
              <a:rPr spc="50" dirty="0"/>
              <a:t>avoidance</a:t>
            </a:r>
          </a:p>
          <a:p>
            <a:pPr marL="11430" algn="ctr">
              <a:lnSpc>
                <a:spcPts val="2250"/>
              </a:lnSpc>
            </a:pPr>
            <a:r>
              <a:rPr spc="50" dirty="0"/>
              <a:t>filtering</a:t>
            </a:r>
          </a:p>
          <a:p>
            <a:pPr marL="2313940" marR="2055495" indent="-697230">
              <a:lnSpc>
                <a:spcPts val="2250"/>
              </a:lnSpc>
              <a:spcBef>
                <a:spcPts val="165"/>
              </a:spcBef>
            </a:pPr>
            <a:r>
              <a:rPr sz="1950" b="0" spc="1560" dirty="0">
                <a:latin typeface="Courier New"/>
                <a:cs typeface="Courier New"/>
              </a:rPr>
              <a:t>🔹</a:t>
            </a:r>
            <a:r>
              <a:rPr sz="1950" b="0" spc="-565" dirty="0">
                <a:latin typeface="Courier New"/>
                <a:cs typeface="Courier New"/>
              </a:rPr>
              <a:t> </a:t>
            </a:r>
            <a:r>
              <a:rPr spc="-85" dirty="0"/>
              <a:t>3.</a:t>
            </a:r>
            <a:r>
              <a:rPr spc="-10" dirty="0"/>
              <a:t> </a:t>
            </a:r>
            <a:r>
              <a:rPr spc="105" dirty="0"/>
              <a:t>Backend</a:t>
            </a:r>
            <a:r>
              <a:rPr spc="-10" dirty="0"/>
              <a:t> </a:t>
            </a:r>
            <a:r>
              <a:rPr dirty="0"/>
              <a:t>Layer</a:t>
            </a:r>
            <a:r>
              <a:rPr spc="-10" dirty="0"/>
              <a:t> </a:t>
            </a:r>
            <a:r>
              <a:rPr spc="-285" dirty="0"/>
              <a:t>–</a:t>
            </a:r>
            <a:r>
              <a:rPr spc="-10" dirty="0"/>
              <a:t> </a:t>
            </a:r>
            <a:r>
              <a:rPr spc="75" dirty="0"/>
              <a:t>Automation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spc="-105" dirty="0"/>
              <a:t>Storage </a:t>
            </a:r>
            <a:r>
              <a:rPr spc="75" dirty="0"/>
              <a:t>Logs</a:t>
            </a:r>
            <a:r>
              <a:rPr spc="114" dirty="0"/>
              <a:t> </a:t>
            </a:r>
            <a:r>
              <a:rPr dirty="0"/>
              <a:t>violations</a:t>
            </a:r>
            <a:r>
              <a:rPr spc="120" dirty="0"/>
              <a:t> </a:t>
            </a:r>
            <a:r>
              <a:rPr spc="50" dirty="0"/>
              <a:t>in</a:t>
            </a:r>
            <a:r>
              <a:rPr spc="114" dirty="0"/>
              <a:t> </a:t>
            </a:r>
            <a:r>
              <a:rPr spc="-10" dirty="0"/>
              <a:t>violations_log.csv </a:t>
            </a:r>
            <a:r>
              <a:rPr dirty="0"/>
              <a:t>Saves</a:t>
            </a:r>
            <a:r>
              <a:rPr spc="105" dirty="0"/>
              <a:t> </a:t>
            </a:r>
            <a:r>
              <a:rPr dirty="0"/>
              <a:t>violation</a:t>
            </a:r>
            <a:r>
              <a:rPr spc="110" dirty="0"/>
              <a:t> </a:t>
            </a:r>
            <a:r>
              <a:rPr spc="85" dirty="0"/>
              <a:t>images</a:t>
            </a:r>
            <a:r>
              <a:rPr spc="110" dirty="0"/>
              <a:t> </a:t>
            </a:r>
            <a:r>
              <a:rPr spc="50" dirty="0"/>
              <a:t>in</a:t>
            </a:r>
            <a:r>
              <a:rPr spc="110" dirty="0"/>
              <a:t> </a:t>
            </a:r>
            <a:r>
              <a:rPr spc="-10" dirty="0"/>
              <a:t>/database/ </a:t>
            </a:r>
            <a:r>
              <a:rPr spc="50" dirty="0"/>
              <a:t>Auto-</a:t>
            </a:r>
            <a:r>
              <a:rPr spc="55" dirty="0"/>
              <a:t>generates</a:t>
            </a:r>
            <a:r>
              <a:rPr spc="10" dirty="0"/>
              <a:t> </a:t>
            </a:r>
            <a:r>
              <a:rPr spc="135" dirty="0"/>
              <a:t>PDF</a:t>
            </a:r>
            <a:r>
              <a:rPr spc="10" dirty="0"/>
              <a:t> </a:t>
            </a:r>
            <a:r>
              <a:rPr spc="-10" dirty="0"/>
              <a:t>challans/reports</a:t>
            </a:r>
            <a:endParaRPr sz="1950" dirty="0">
              <a:latin typeface="Courier New"/>
              <a:cs typeface="Courier New"/>
            </a:endParaRPr>
          </a:p>
          <a:p>
            <a:pPr marL="2915285">
              <a:lnSpc>
                <a:spcPts val="2080"/>
              </a:lnSpc>
            </a:pPr>
            <a:r>
              <a:rPr spc="75" dirty="0"/>
              <a:t>Sends</a:t>
            </a:r>
            <a:r>
              <a:rPr spc="55" dirty="0"/>
              <a:t> </a:t>
            </a:r>
            <a:r>
              <a:rPr spc="60" dirty="0"/>
              <a:t>email</a:t>
            </a:r>
            <a:r>
              <a:rPr spc="55" dirty="0"/>
              <a:t> </a:t>
            </a:r>
            <a:r>
              <a:rPr dirty="0"/>
              <a:t>alerts</a:t>
            </a:r>
            <a:r>
              <a:rPr spc="55" dirty="0"/>
              <a:t> </a:t>
            </a:r>
            <a:r>
              <a:rPr spc="-10" dirty="0"/>
              <a:t>(optional)</a:t>
            </a:r>
          </a:p>
          <a:p>
            <a:pPr marL="2586990" marR="2567940" indent="-405765">
              <a:lnSpc>
                <a:spcPts val="2250"/>
              </a:lnSpc>
              <a:spcBef>
                <a:spcPts val="165"/>
              </a:spcBef>
            </a:pPr>
            <a:r>
              <a:rPr sz="1950" b="0" spc="1560" dirty="0">
                <a:latin typeface="Courier New"/>
                <a:cs typeface="Courier New"/>
              </a:rPr>
              <a:t>🔹</a:t>
            </a:r>
            <a:r>
              <a:rPr sz="1950" b="0" spc="-530" dirty="0">
                <a:latin typeface="Courier New"/>
                <a:cs typeface="Courier New"/>
              </a:rPr>
              <a:t> </a:t>
            </a:r>
            <a:r>
              <a:rPr dirty="0"/>
              <a:t>4.</a:t>
            </a:r>
            <a:r>
              <a:rPr spc="25" dirty="0"/>
              <a:t> </a:t>
            </a:r>
            <a:r>
              <a:rPr spc="70" dirty="0"/>
              <a:t>Frontend</a:t>
            </a:r>
            <a:r>
              <a:rPr spc="25" dirty="0"/>
              <a:t> </a:t>
            </a:r>
            <a:r>
              <a:rPr dirty="0"/>
              <a:t>Layer</a:t>
            </a:r>
            <a:r>
              <a:rPr spc="25" dirty="0"/>
              <a:t> </a:t>
            </a:r>
            <a:r>
              <a:rPr spc="-285" dirty="0"/>
              <a:t>–</a:t>
            </a:r>
            <a:r>
              <a:rPr spc="30" dirty="0"/>
              <a:t> </a:t>
            </a:r>
            <a:r>
              <a:rPr spc="70" dirty="0"/>
              <a:t>Dashboard</a:t>
            </a:r>
            <a:r>
              <a:rPr spc="25" dirty="0"/>
              <a:t> </a:t>
            </a:r>
            <a:r>
              <a:rPr spc="-610" dirty="0"/>
              <a:t>UI</a:t>
            </a:r>
            <a:r>
              <a:rPr spc="75" dirty="0"/>
              <a:t> Built</a:t>
            </a:r>
            <a:r>
              <a:rPr spc="90" dirty="0"/>
              <a:t> </a:t>
            </a:r>
            <a:r>
              <a:rPr spc="60" dirty="0"/>
              <a:t>with</a:t>
            </a:r>
            <a:r>
              <a:rPr spc="90" dirty="0"/>
              <a:t> </a:t>
            </a:r>
            <a:r>
              <a:rPr dirty="0"/>
              <a:t>Streamlit</a:t>
            </a:r>
            <a:r>
              <a:rPr spc="90" dirty="0"/>
              <a:t> </a:t>
            </a:r>
            <a:r>
              <a:rPr dirty="0"/>
              <a:t>(dark</a:t>
            </a:r>
            <a:r>
              <a:rPr spc="90" dirty="0"/>
              <a:t> </a:t>
            </a:r>
            <a:r>
              <a:rPr spc="40" dirty="0"/>
              <a:t>theme)</a:t>
            </a:r>
            <a:endParaRPr sz="1950" dirty="0">
              <a:latin typeface="Courier New"/>
              <a:cs typeface="Courier New"/>
            </a:endParaRPr>
          </a:p>
          <a:p>
            <a:pPr marL="4277360">
              <a:lnSpc>
                <a:spcPts val="2085"/>
              </a:lnSpc>
            </a:pPr>
            <a:r>
              <a:rPr spc="-10" dirty="0"/>
              <a:t>Features:</a:t>
            </a:r>
          </a:p>
          <a:p>
            <a:pPr marL="3430270" marR="2953385" algn="ctr">
              <a:lnSpc>
                <a:spcPts val="2250"/>
              </a:lnSpc>
              <a:spcBef>
                <a:spcPts val="165"/>
              </a:spcBef>
            </a:pPr>
            <a:r>
              <a:rPr dirty="0"/>
              <a:t>Live</a:t>
            </a:r>
            <a:r>
              <a:rPr spc="130" dirty="0"/>
              <a:t> </a:t>
            </a:r>
            <a:r>
              <a:rPr spc="50" dirty="0"/>
              <a:t>Monitoring </a:t>
            </a:r>
            <a:r>
              <a:rPr spc="60" dirty="0"/>
              <a:t>Analytics</a:t>
            </a:r>
            <a:r>
              <a:rPr spc="25" dirty="0"/>
              <a:t> </a:t>
            </a:r>
            <a:r>
              <a:rPr dirty="0"/>
              <a:t>(charts,</a:t>
            </a:r>
            <a:r>
              <a:rPr spc="25" dirty="0"/>
              <a:t> </a:t>
            </a:r>
            <a:r>
              <a:rPr spc="-20" dirty="0"/>
              <a:t>KPIs) </a:t>
            </a:r>
            <a:r>
              <a:rPr spc="55" dirty="0"/>
              <a:t>Reports</a:t>
            </a:r>
            <a:r>
              <a:rPr spc="90" dirty="0"/>
              <a:t> </a:t>
            </a:r>
            <a:r>
              <a:rPr dirty="0"/>
              <a:t>(images</a:t>
            </a:r>
            <a:r>
              <a:rPr spc="90" dirty="0"/>
              <a:t> </a:t>
            </a:r>
            <a:r>
              <a:rPr spc="-450" dirty="0"/>
              <a:t>+</a:t>
            </a:r>
            <a:r>
              <a:rPr spc="90" dirty="0"/>
              <a:t> </a:t>
            </a:r>
            <a:r>
              <a:rPr spc="-10" dirty="0"/>
              <a:t>PDFs)</a:t>
            </a:r>
          </a:p>
          <a:p>
            <a:pPr marL="468630" algn="ctr">
              <a:lnSpc>
                <a:spcPts val="2215"/>
              </a:lnSpc>
            </a:pPr>
            <a:r>
              <a:rPr spc="55" dirty="0"/>
              <a:t>Settings</a:t>
            </a:r>
            <a:r>
              <a:rPr spc="70" dirty="0"/>
              <a:t> </a:t>
            </a:r>
            <a:r>
              <a:rPr spc="65" dirty="0"/>
              <a:t>panel</a:t>
            </a:r>
            <a:r>
              <a:rPr spc="70" dirty="0"/>
              <a:t> </a:t>
            </a:r>
            <a:r>
              <a:rPr dirty="0"/>
              <a:t>(thresholds,</a:t>
            </a:r>
            <a:r>
              <a:rPr spc="70" dirty="0"/>
              <a:t> </a:t>
            </a:r>
            <a:r>
              <a:rPr dirty="0"/>
              <a:t>alerts,</a:t>
            </a:r>
            <a:r>
              <a:rPr spc="75" dirty="0"/>
              <a:t> </a:t>
            </a:r>
            <a:r>
              <a:rPr spc="-10" dirty="0"/>
              <a:t>email)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11453977" y="2145041"/>
            <a:ext cx="6638925" cy="8001000"/>
            <a:chOff x="11453977" y="2145041"/>
            <a:chExt cx="6638925" cy="8001000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53977" y="2145041"/>
              <a:ext cx="6638924" cy="80009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6266480" y="8687865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812716" y="9018991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238194" y="242618"/>
            <a:ext cx="792480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280285" algn="l"/>
                <a:tab pos="4415790" algn="l"/>
                <a:tab pos="6901815" algn="l"/>
              </a:tabLst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r>
              <a:rPr sz="1850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2775" spc="75" baseline="-9009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r>
              <a:rPr sz="2775" baseline="-9009" dirty="0">
                <a:solidFill>
                  <a:srgbClr val="0F1B40"/>
                </a:solidFill>
                <a:latin typeface="Verdana"/>
                <a:cs typeface="Verdana"/>
              </a:rPr>
              <a:t>	</a:t>
            </a: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r>
              <a:rPr sz="1850" b="1" dirty="0">
                <a:solidFill>
                  <a:srgbClr val="F4F4F4"/>
                </a:solidFill>
                <a:latin typeface="Tahoma"/>
                <a:cs typeface="Tahoma"/>
              </a:rPr>
              <a:t>	</a:t>
            </a:r>
            <a:r>
              <a:rPr sz="2775" spc="-15" baseline="-9009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2775" baseline="-9009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7247"/>
            <a:ext cx="17947640" cy="9843770"/>
            <a:chOff x="0" y="267247"/>
            <a:chExt cx="17947640" cy="9843770"/>
          </a:xfrm>
        </p:grpSpPr>
        <p:sp>
          <p:nvSpPr>
            <p:cNvPr id="3" name="object 3"/>
            <p:cNvSpPr/>
            <p:nvPr/>
          </p:nvSpPr>
          <p:spPr>
            <a:xfrm>
              <a:off x="359790" y="267247"/>
              <a:ext cx="17587595" cy="9604375"/>
            </a:xfrm>
            <a:custGeom>
              <a:avLst/>
              <a:gdLst/>
              <a:ahLst/>
              <a:cxnLst/>
              <a:rect l="l" t="t" r="r" b="b"/>
              <a:pathLst>
                <a:path w="17587595" h="9604375">
                  <a:moveTo>
                    <a:pt x="17101693" y="9603919"/>
                  </a:moveTo>
                  <a:lnTo>
                    <a:pt x="485774" y="9603919"/>
                  </a:lnTo>
                  <a:lnTo>
                    <a:pt x="437762" y="9601542"/>
                  </a:lnTo>
                  <a:lnTo>
                    <a:pt x="390562" y="9594498"/>
                  </a:lnTo>
                  <a:lnTo>
                    <a:pt x="344494" y="9582921"/>
                  </a:lnTo>
                  <a:lnTo>
                    <a:pt x="299876" y="9566941"/>
                  </a:lnTo>
                  <a:lnTo>
                    <a:pt x="257028" y="9546691"/>
                  </a:lnTo>
                  <a:lnTo>
                    <a:pt x="216266" y="9522303"/>
                  </a:lnTo>
                  <a:lnTo>
                    <a:pt x="177911" y="9493908"/>
                  </a:lnTo>
                  <a:lnTo>
                    <a:pt x="142280" y="9461638"/>
                  </a:lnTo>
                  <a:lnTo>
                    <a:pt x="110010" y="9426007"/>
                  </a:lnTo>
                  <a:lnTo>
                    <a:pt x="81615" y="9387652"/>
                  </a:lnTo>
                  <a:lnTo>
                    <a:pt x="57227" y="9346890"/>
                  </a:lnTo>
                  <a:lnTo>
                    <a:pt x="36977" y="9304042"/>
                  </a:lnTo>
                  <a:lnTo>
                    <a:pt x="20997" y="9259424"/>
                  </a:lnTo>
                  <a:lnTo>
                    <a:pt x="9420" y="9213356"/>
                  </a:lnTo>
                  <a:lnTo>
                    <a:pt x="2377" y="9166157"/>
                  </a:lnTo>
                  <a:lnTo>
                    <a:pt x="0" y="911814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7101693" y="0"/>
                  </a:lnTo>
                  <a:lnTo>
                    <a:pt x="17149706" y="2377"/>
                  </a:lnTo>
                  <a:lnTo>
                    <a:pt x="17196905" y="9420"/>
                  </a:lnTo>
                  <a:lnTo>
                    <a:pt x="17242973" y="20997"/>
                  </a:lnTo>
                  <a:lnTo>
                    <a:pt x="17287591" y="36977"/>
                  </a:lnTo>
                  <a:lnTo>
                    <a:pt x="17330440" y="57227"/>
                  </a:lnTo>
                  <a:lnTo>
                    <a:pt x="17371201" y="81615"/>
                  </a:lnTo>
                  <a:lnTo>
                    <a:pt x="17409557" y="110010"/>
                  </a:lnTo>
                  <a:lnTo>
                    <a:pt x="17445188" y="142280"/>
                  </a:lnTo>
                  <a:lnTo>
                    <a:pt x="17477457" y="177911"/>
                  </a:lnTo>
                  <a:lnTo>
                    <a:pt x="17505852" y="216266"/>
                  </a:lnTo>
                  <a:lnTo>
                    <a:pt x="17530240" y="257028"/>
                  </a:lnTo>
                  <a:lnTo>
                    <a:pt x="17550490" y="299876"/>
                  </a:lnTo>
                  <a:lnTo>
                    <a:pt x="17566470" y="344494"/>
                  </a:lnTo>
                  <a:lnTo>
                    <a:pt x="17578047" y="390562"/>
                  </a:lnTo>
                  <a:lnTo>
                    <a:pt x="17585091" y="437762"/>
                  </a:lnTo>
                  <a:lnTo>
                    <a:pt x="17587468" y="485774"/>
                  </a:lnTo>
                  <a:lnTo>
                    <a:pt x="17587468" y="9118144"/>
                  </a:lnTo>
                  <a:lnTo>
                    <a:pt x="17585091" y="9166157"/>
                  </a:lnTo>
                  <a:lnTo>
                    <a:pt x="17578047" y="9213356"/>
                  </a:lnTo>
                  <a:lnTo>
                    <a:pt x="17566470" y="9259424"/>
                  </a:lnTo>
                  <a:lnTo>
                    <a:pt x="17550490" y="9304042"/>
                  </a:lnTo>
                  <a:lnTo>
                    <a:pt x="17530240" y="9346890"/>
                  </a:lnTo>
                  <a:lnTo>
                    <a:pt x="17505852" y="9387652"/>
                  </a:lnTo>
                  <a:lnTo>
                    <a:pt x="17477457" y="9426007"/>
                  </a:lnTo>
                  <a:lnTo>
                    <a:pt x="17445188" y="9461638"/>
                  </a:lnTo>
                  <a:lnTo>
                    <a:pt x="17409557" y="9493908"/>
                  </a:lnTo>
                  <a:lnTo>
                    <a:pt x="17371201" y="9522303"/>
                  </a:lnTo>
                  <a:lnTo>
                    <a:pt x="17330440" y="9546691"/>
                  </a:lnTo>
                  <a:lnTo>
                    <a:pt x="17287591" y="9566941"/>
                  </a:lnTo>
                  <a:lnTo>
                    <a:pt x="17242973" y="9582921"/>
                  </a:lnTo>
                  <a:lnTo>
                    <a:pt x="17196905" y="9594498"/>
                  </a:lnTo>
                  <a:lnTo>
                    <a:pt x="17149706" y="9601542"/>
                  </a:lnTo>
                  <a:lnTo>
                    <a:pt x="17101693" y="9603919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68643" y="708773"/>
              <a:ext cx="7848600" cy="921385"/>
            </a:xfrm>
            <a:custGeom>
              <a:avLst/>
              <a:gdLst/>
              <a:ahLst/>
              <a:cxnLst/>
              <a:rect l="l" t="t" r="r" b="b"/>
              <a:pathLst>
                <a:path w="7848600" h="921385">
                  <a:moveTo>
                    <a:pt x="7848211" y="518685"/>
                  </a:moveTo>
                  <a:lnTo>
                    <a:pt x="7831585" y="597405"/>
                  </a:lnTo>
                  <a:lnTo>
                    <a:pt x="7816100" y="639711"/>
                  </a:lnTo>
                  <a:lnTo>
                    <a:pt x="7796710" y="679963"/>
                  </a:lnTo>
                  <a:lnTo>
                    <a:pt x="7773645" y="717929"/>
                  </a:lnTo>
                  <a:lnTo>
                    <a:pt x="7747137" y="753378"/>
                  </a:lnTo>
                  <a:lnTo>
                    <a:pt x="7717417" y="786078"/>
                  </a:lnTo>
                  <a:lnTo>
                    <a:pt x="7684717" y="815798"/>
                  </a:lnTo>
                  <a:lnTo>
                    <a:pt x="7649268" y="842306"/>
                  </a:lnTo>
                  <a:lnTo>
                    <a:pt x="7611302" y="865371"/>
                  </a:lnTo>
                  <a:lnTo>
                    <a:pt x="7571050" y="884761"/>
                  </a:lnTo>
                  <a:lnTo>
                    <a:pt x="7528744" y="900246"/>
                  </a:lnTo>
                  <a:lnTo>
                    <a:pt x="7484614" y="911593"/>
                  </a:lnTo>
                  <a:lnTo>
                    <a:pt x="7438893" y="918570"/>
                  </a:lnTo>
                  <a:lnTo>
                    <a:pt x="7391812" y="920948"/>
                  </a:lnTo>
                  <a:lnTo>
                    <a:pt x="460474" y="920948"/>
                  </a:lnTo>
                  <a:lnTo>
                    <a:pt x="413393" y="918570"/>
                  </a:lnTo>
                  <a:lnTo>
                    <a:pt x="367672" y="911593"/>
                  </a:lnTo>
                  <a:lnTo>
                    <a:pt x="323543" y="900246"/>
                  </a:lnTo>
                  <a:lnTo>
                    <a:pt x="281236" y="884762"/>
                  </a:lnTo>
                  <a:lnTo>
                    <a:pt x="240984" y="865371"/>
                  </a:lnTo>
                  <a:lnTo>
                    <a:pt x="203018" y="842306"/>
                  </a:lnTo>
                  <a:lnTo>
                    <a:pt x="167569" y="815798"/>
                  </a:lnTo>
                  <a:lnTo>
                    <a:pt x="134869" y="786078"/>
                  </a:lnTo>
                  <a:lnTo>
                    <a:pt x="105149" y="753378"/>
                  </a:lnTo>
                  <a:lnTo>
                    <a:pt x="78641" y="717929"/>
                  </a:lnTo>
                  <a:lnTo>
                    <a:pt x="55576" y="679963"/>
                  </a:lnTo>
                  <a:lnTo>
                    <a:pt x="36186" y="639711"/>
                  </a:lnTo>
                  <a:lnTo>
                    <a:pt x="20701" y="597405"/>
                  </a:lnTo>
                  <a:lnTo>
                    <a:pt x="9355" y="553275"/>
                  </a:lnTo>
                  <a:lnTo>
                    <a:pt x="2377" y="507554"/>
                  </a:lnTo>
                  <a:lnTo>
                    <a:pt x="0" y="460474"/>
                  </a:lnTo>
                  <a:lnTo>
                    <a:pt x="2377" y="413393"/>
                  </a:lnTo>
                  <a:lnTo>
                    <a:pt x="9355" y="367672"/>
                  </a:lnTo>
                  <a:lnTo>
                    <a:pt x="20702" y="323543"/>
                  </a:lnTo>
                  <a:lnTo>
                    <a:pt x="36186" y="281236"/>
                  </a:lnTo>
                  <a:lnTo>
                    <a:pt x="55576" y="240984"/>
                  </a:lnTo>
                  <a:lnTo>
                    <a:pt x="78641" y="203018"/>
                  </a:lnTo>
                  <a:lnTo>
                    <a:pt x="105149" y="167569"/>
                  </a:lnTo>
                  <a:lnTo>
                    <a:pt x="134869" y="134869"/>
                  </a:lnTo>
                  <a:lnTo>
                    <a:pt x="167569" y="105149"/>
                  </a:lnTo>
                  <a:lnTo>
                    <a:pt x="203018" y="78641"/>
                  </a:lnTo>
                  <a:lnTo>
                    <a:pt x="240984" y="55576"/>
                  </a:lnTo>
                  <a:lnTo>
                    <a:pt x="281236" y="36186"/>
                  </a:lnTo>
                  <a:lnTo>
                    <a:pt x="323543" y="20702"/>
                  </a:lnTo>
                  <a:lnTo>
                    <a:pt x="367672" y="9355"/>
                  </a:lnTo>
                  <a:lnTo>
                    <a:pt x="413393" y="2377"/>
                  </a:lnTo>
                  <a:lnTo>
                    <a:pt x="460474" y="0"/>
                  </a:lnTo>
                  <a:lnTo>
                    <a:pt x="7391812" y="0"/>
                  </a:lnTo>
                  <a:lnTo>
                    <a:pt x="7438893" y="2377"/>
                  </a:lnTo>
                  <a:lnTo>
                    <a:pt x="7484614" y="9355"/>
                  </a:lnTo>
                  <a:lnTo>
                    <a:pt x="7528744" y="20702"/>
                  </a:lnTo>
                  <a:lnTo>
                    <a:pt x="7571050" y="36186"/>
                  </a:lnTo>
                  <a:lnTo>
                    <a:pt x="7611302" y="55576"/>
                  </a:lnTo>
                  <a:lnTo>
                    <a:pt x="7649268" y="78641"/>
                  </a:lnTo>
                  <a:lnTo>
                    <a:pt x="7684717" y="105149"/>
                  </a:lnTo>
                  <a:lnTo>
                    <a:pt x="7717417" y="134869"/>
                  </a:lnTo>
                  <a:lnTo>
                    <a:pt x="7747137" y="167569"/>
                  </a:lnTo>
                  <a:lnTo>
                    <a:pt x="7773645" y="203018"/>
                  </a:lnTo>
                  <a:lnTo>
                    <a:pt x="7796710" y="240984"/>
                  </a:lnTo>
                  <a:lnTo>
                    <a:pt x="7816100" y="281236"/>
                  </a:lnTo>
                  <a:lnTo>
                    <a:pt x="7831585" y="323543"/>
                  </a:lnTo>
                  <a:lnTo>
                    <a:pt x="7842932" y="367672"/>
                  </a:lnTo>
                  <a:lnTo>
                    <a:pt x="7848211" y="402262"/>
                  </a:lnTo>
                </a:path>
              </a:pathLst>
            </a:custGeom>
            <a:ln w="76199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8212" y="851534"/>
              <a:ext cx="9872345" cy="589280"/>
            </a:xfrm>
            <a:custGeom>
              <a:avLst/>
              <a:gdLst/>
              <a:ahLst/>
              <a:cxnLst/>
              <a:rect l="l" t="t" r="r" b="b"/>
              <a:pathLst>
                <a:path w="9872344" h="589280">
                  <a:moveTo>
                    <a:pt x="1665566" y="291274"/>
                  </a:moveTo>
                  <a:lnTo>
                    <a:pt x="1661972" y="246710"/>
                  </a:lnTo>
                  <a:lnTo>
                    <a:pt x="1650822" y="201396"/>
                  </a:lnTo>
                  <a:lnTo>
                    <a:pt x="1632966" y="159143"/>
                  </a:lnTo>
                  <a:lnTo>
                    <a:pt x="1609013" y="120561"/>
                  </a:lnTo>
                  <a:lnTo>
                    <a:pt x="1579575" y="86245"/>
                  </a:lnTo>
                  <a:lnTo>
                    <a:pt x="1545272" y="56819"/>
                  </a:lnTo>
                  <a:lnTo>
                    <a:pt x="1506689" y="32867"/>
                  </a:lnTo>
                  <a:lnTo>
                    <a:pt x="1464437" y="15011"/>
                  </a:lnTo>
                  <a:lnTo>
                    <a:pt x="1419123" y="3860"/>
                  </a:lnTo>
                  <a:lnTo>
                    <a:pt x="1371358" y="0"/>
                  </a:lnTo>
                  <a:lnTo>
                    <a:pt x="294462" y="0"/>
                  </a:lnTo>
                  <a:lnTo>
                    <a:pt x="246697" y="3860"/>
                  </a:lnTo>
                  <a:lnTo>
                    <a:pt x="201383" y="15011"/>
                  </a:lnTo>
                  <a:lnTo>
                    <a:pt x="159143" y="32867"/>
                  </a:lnTo>
                  <a:lnTo>
                    <a:pt x="120561" y="56819"/>
                  </a:lnTo>
                  <a:lnTo>
                    <a:pt x="86245" y="86245"/>
                  </a:lnTo>
                  <a:lnTo>
                    <a:pt x="56807" y="120561"/>
                  </a:lnTo>
                  <a:lnTo>
                    <a:pt x="32867" y="159143"/>
                  </a:lnTo>
                  <a:lnTo>
                    <a:pt x="15011" y="201396"/>
                  </a:lnTo>
                  <a:lnTo>
                    <a:pt x="3848" y="246710"/>
                  </a:lnTo>
                  <a:lnTo>
                    <a:pt x="0" y="294462"/>
                  </a:lnTo>
                  <a:lnTo>
                    <a:pt x="3848" y="342226"/>
                  </a:lnTo>
                  <a:lnTo>
                    <a:pt x="15011" y="387540"/>
                  </a:lnTo>
                  <a:lnTo>
                    <a:pt x="32867" y="429793"/>
                  </a:lnTo>
                  <a:lnTo>
                    <a:pt x="56807" y="468376"/>
                  </a:lnTo>
                  <a:lnTo>
                    <a:pt x="86245" y="502691"/>
                  </a:lnTo>
                  <a:lnTo>
                    <a:pt x="120561" y="532117"/>
                  </a:lnTo>
                  <a:lnTo>
                    <a:pt x="159143" y="556069"/>
                  </a:lnTo>
                  <a:lnTo>
                    <a:pt x="201383" y="573925"/>
                  </a:lnTo>
                  <a:lnTo>
                    <a:pt x="246697" y="585076"/>
                  </a:lnTo>
                  <a:lnTo>
                    <a:pt x="294462" y="588937"/>
                  </a:lnTo>
                  <a:lnTo>
                    <a:pt x="1371358" y="588937"/>
                  </a:lnTo>
                  <a:lnTo>
                    <a:pt x="1419123" y="585076"/>
                  </a:lnTo>
                  <a:lnTo>
                    <a:pt x="1464437" y="573925"/>
                  </a:lnTo>
                  <a:lnTo>
                    <a:pt x="1506689" y="556069"/>
                  </a:lnTo>
                  <a:lnTo>
                    <a:pt x="1545272" y="532117"/>
                  </a:lnTo>
                  <a:lnTo>
                    <a:pt x="1579575" y="502691"/>
                  </a:lnTo>
                  <a:lnTo>
                    <a:pt x="1609013" y="468376"/>
                  </a:lnTo>
                  <a:lnTo>
                    <a:pt x="1632966" y="429793"/>
                  </a:lnTo>
                  <a:lnTo>
                    <a:pt x="1650822" y="387540"/>
                  </a:lnTo>
                  <a:lnTo>
                    <a:pt x="1661972" y="342226"/>
                  </a:lnTo>
                  <a:lnTo>
                    <a:pt x="1665566" y="297662"/>
                  </a:lnTo>
                  <a:lnTo>
                    <a:pt x="1665566" y="291274"/>
                  </a:lnTo>
                  <a:close/>
                </a:path>
                <a:path w="9872344" h="589280">
                  <a:moveTo>
                    <a:pt x="9872078" y="442480"/>
                  </a:moveTo>
                  <a:lnTo>
                    <a:pt x="9348203" y="442480"/>
                  </a:lnTo>
                  <a:lnTo>
                    <a:pt x="9348203" y="516115"/>
                  </a:lnTo>
                  <a:lnTo>
                    <a:pt x="9872078" y="516115"/>
                  </a:lnTo>
                  <a:lnTo>
                    <a:pt x="9872078" y="442480"/>
                  </a:lnTo>
                  <a:close/>
                </a:path>
                <a:path w="9872344" h="589280">
                  <a:moveTo>
                    <a:pt x="9872078" y="257619"/>
                  </a:moveTo>
                  <a:lnTo>
                    <a:pt x="9348203" y="257619"/>
                  </a:lnTo>
                  <a:lnTo>
                    <a:pt x="9348203" y="331254"/>
                  </a:lnTo>
                  <a:lnTo>
                    <a:pt x="9872078" y="331254"/>
                  </a:lnTo>
                  <a:lnTo>
                    <a:pt x="9872078" y="257619"/>
                  </a:lnTo>
                  <a:close/>
                </a:path>
                <a:path w="9872344" h="589280">
                  <a:moveTo>
                    <a:pt x="9872078" y="72758"/>
                  </a:moveTo>
                  <a:lnTo>
                    <a:pt x="9348203" y="72758"/>
                  </a:lnTo>
                  <a:lnTo>
                    <a:pt x="9348203" y="146392"/>
                  </a:lnTo>
                  <a:lnTo>
                    <a:pt x="9872078" y="146392"/>
                  </a:lnTo>
                  <a:lnTo>
                    <a:pt x="9872078" y="72758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265" y="7776366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5" h="1823084">
                  <a:moveTo>
                    <a:pt x="911499" y="1822998"/>
                  </a:moveTo>
                  <a:lnTo>
                    <a:pt x="863090" y="1821734"/>
                  </a:lnTo>
                  <a:lnTo>
                    <a:pt x="815340" y="1817986"/>
                  </a:lnTo>
                  <a:lnTo>
                    <a:pt x="768310" y="1811816"/>
                  </a:lnTo>
                  <a:lnTo>
                    <a:pt x="722064" y="1803286"/>
                  </a:lnTo>
                  <a:lnTo>
                    <a:pt x="676666" y="1792461"/>
                  </a:lnTo>
                  <a:lnTo>
                    <a:pt x="632178" y="1779403"/>
                  </a:lnTo>
                  <a:lnTo>
                    <a:pt x="588662" y="1764175"/>
                  </a:lnTo>
                  <a:lnTo>
                    <a:pt x="546183" y="1746840"/>
                  </a:lnTo>
                  <a:lnTo>
                    <a:pt x="504803" y="1727461"/>
                  </a:lnTo>
                  <a:lnTo>
                    <a:pt x="464585" y="1706101"/>
                  </a:lnTo>
                  <a:lnTo>
                    <a:pt x="425592" y="1682823"/>
                  </a:lnTo>
                  <a:lnTo>
                    <a:pt x="387887" y="1657690"/>
                  </a:lnTo>
                  <a:lnTo>
                    <a:pt x="351532" y="1630765"/>
                  </a:lnTo>
                  <a:lnTo>
                    <a:pt x="316592" y="1602111"/>
                  </a:lnTo>
                  <a:lnTo>
                    <a:pt x="283129" y="1571791"/>
                  </a:lnTo>
                  <a:lnTo>
                    <a:pt x="251206" y="1539868"/>
                  </a:lnTo>
                  <a:lnTo>
                    <a:pt x="220887" y="1506405"/>
                  </a:lnTo>
                  <a:lnTo>
                    <a:pt x="192233" y="1471465"/>
                  </a:lnTo>
                  <a:lnTo>
                    <a:pt x="165308" y="1435111"/>
                  </a:lnTo>
                  <a:lnTo>
                    <a:pt x="140175" y="1397406"/>
                  </a:lnTo>
                  <a:lnTo>
                    <a:pt x="116897" y="1358413"/>
                  </a:lnTo>
                  <a:lnTo>
                    <a:pt x="95537" y="1318195"/>
                  </a:lnTo>
                  <a:lnTo>
                    <a:pt x="76158" y="1276815"/>
                  </a:lnTo>
                  <a:lnTo>
                    <a:pt x="58822" y="1234335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3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7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39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7"/>
                  </a:lnTo>
                  <a:lnTo>
                    <a:pt x="58822" y="588662"/>
                  </a:lnTo>
                  <a:lnTo>
                    <a:pt x="76158" y="546183"/>
                  </a:lnTo>
                  <a:lnTo>
                    <a:pt x="95537" y="504803"/>
                  </a:lnTo>
                  <a:lnTo>
                    <a:pt x="116897" y="464584"/>
                  </a:lnTo>
                  <a:lnTo>
                    <a:pt x="140175" y="425591"/>
                  </a:lnTo>
                  <a:lnTo>
                    <a:pt x="165308" y="387886"/>
                  </a:lnTo>
                  <a:lnTo>
                    <a:pt x="192233" y="351532"/>
                  </a:lnTo>
                  <a:lnTo>
                    <a:pt x="220887" y="316592"/>
                  </a:lnTo>
                  <a:lnTo>
                    <a:pt x="251206" y="283129"/>
                  </a:lnTo>
                  <a:lnTo>
                    <a:pt x="283129" y="251206"/>
                  </a:lnTo>
                  <a:lnTo>
                    <a:pt x="316592" y="220886"/>
                  </a:lnTo>
                  <a:lnTo>
                    <a:pt x="351532" y="192232"/>
                  </a:lnTo>
                  <a:lnTo>
                    <a:pt x="387887" y="165307"/>
                  </a:lnTo>
                  <a:lnTo>
                    <a:pt x="425592" y="140174"/>
                  </a:lnTo>
                  <a:lnTo>
                    <a:pt x="464585" y="116896"/>
                  </a:lnTo>
                  <a:lnTo>
                    <a:pt x="504803" y="95536"/>
                  </a:lnTo>
                  <a:lnTo>
                    <a:pt x="546183" y="76157"/>
                  </a:lnTo>
                  <a:lnTo>
                    <a:pt x="588662" y="58822"/>
                  </a:lnTo>
                  <a:lnTo>
                    <a:pt x="632178" y="43594"/>
                  </a:lnTo>
                  <a:lnTo>
                    <a:pt x="676666" y="30536"/>
                  </a:lnTo>
                  <a:lnTo>
                    <a:pt x="722064" y="19711"/>
                  </a:lnTo>
                  <a:lnTo>
                    <a:pt x="768310" y="11182"/>
                  </a:lnTo>
                  <a:lnTo>
                    <a:pt x="815340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8" y="1263"/>
                  </a:lnTo>
                  <a:lnTo>
                    <a:pt x="1007658" y="5011"/>
                  </a:lnTo>
                  <a:lnTo>
                    <a:pt x="1054688" y="11182"/>
                  </a:lnTo>
                  <a:lnTo>
                    <a:pt x="1100934" y="19711"/>
                  </a:lnTo>
                  <a:lnTo>
                    <a:pt x="1146332" y="30536"/>
                  </a:lnTo>
                  <a:lnTo>
                    <a:pt x="1190820" y="43594"/>
                  </a:lnTo>
                  <a:lnTo>
                    <a:pt x="1234336" y="58822"/>
                  </a:lnTo>
                  <a:lnTo>
                    <a:pt x="1276815" y="76157"/>
                  </a:lnTo>
                  <a:lnTo>
                    <a:pt x="1318195" y="95536"/>
                  </a:lnTo>
                  <a:lnTo>
                    <a:pt x="1358413" y="116896"/>
                  </a:lnTo>
                  <a:lnTo>
                    <a:pt x="1397406" y="140174"/>
                  </a:lnTo>
                  <a:lnTo>
                    <a:pt x="1435111" y="165307"/>
                  </a:lnTo>
                  <a:lnTo>
                    <a:pt x="1471466" y="192232"/>
                  </a:lnTo>
                  <a:lnTo>
                    <a:pt x="1506406" y="220886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1" y="316592"/>
                  </a:lnTo>
                  <a:lnTo>
                    <a:pt x="1630765" y="351532"/>
                  </a:lnTo>
                  <a:lnTo>
                    <a:pt x="1657690" y="387886"/>
                  </a:lnTo>
                  <a:lnTo>
                    <a:pt x="1682823" y="425591"/>
                  </a:lnTo>
                  <a:lnTo>
                    <a:pt x="1706101" y="464584"/>
                  </a:lnTo>
                  <a:lnTo>
                    <a:pt x="1727461" y="504803"/>
                  </a:lnTo>
                  <a:lnTo>
                    <a:pt x="1746840" y="546183"/>
                  </a:lnTo>
                  <a:lnTo>
                    <a:pt x="1764176" y="588662"/>
                  </a:lnTo>
                  <a:lnTo>
                    <a:pt x="1779404" y="632177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6" y="768310"/>
                  </a:lnTo>
                  <a:lnTo>
                    <a:pt x="1817987" y="815339"/>
                  </a:lnTo>
                  <a:lnTo>
                    <a:pt x="1821735" y="863090"/>
                  </a:lnTo>
                  <a:lnTo>
                    <a:pt x="1822999" y="911499"/>
                  </a:lnTo>
                  <a:lnTo>
                    <a:pt x="1821735" y="959907"/>
                  </a:lnTo>
                  <a:lnTo>
                    <a:pt x="1817987" y="1007658"/>
                  </a:lnTo>
                  <a:lnTo>
                    <a:pt x="1811816" y="1054688"/>
                  </a:lnTo>
                  <a:lnTo>
                    <a:pt x="1803287" y="1100933"/>
                  </a:lnTo>
                  <a:lnTo>
                    <a:pt x="1792462" y="1146332"/>
                  </a:lnTo>
                  <a:lnTo>
                    <a:pt x="1779404" y="1190820"/>
                  </a:lnTo>
                  <a:lnTo>
                    <a:pt x="1764176" y="1234335"/>
                  </a:lnTo>
                  <a:lnTo>
                    <a:pt x="1746840" y="1276815"/>
                  </a:lnTo>
                  <a:lnTo>
                    <a:pt x="1727461" y="1318195"/>
                  </a:lnTo>
                  <a:lnTo>
                    <a:pt x="1706101" y="1358413"/>
                  </a:lnTo>
                  <a:lnTo>
                    <a:pt x="1682823" y="1397406"/>
                  </a:lnTo>
                  <a:lnTo>
                    <a:pt x="1657690" y="1435111"/>
                  </a:lnTo>
                  <a:lnTo>
                    <a:pt x="1630765" y="1471465"/>
                  </a:lnTo>
                  <a:lnTo>
                    <a:pt x="1602111" y="1506405"/>
                  </a:lnTo>
                  <a:lnTo>
                    <a:pt x="1571792" y="1539868"/>
                  </a:lnTo>
                  <a:lnTo>
                    <a:pt x="1539869" y="1571791"/>
                  </a:lnTo>
                  <a:lnTo>
                    <a:pt x="1506406" y="1602111"/>
                  </a:lnTo>
                  <a:lnTo>
                    <a:pt x="1471466" y="1630765"/>
                  </a:lnTo>
                  <a:lnTo>
                    <a:pt x="1435111" y="1657690"/>
                  </a:lnTo>
                  <a:lnTo>
                    <a:pt x="1397406" y="1682823"/>
                  </a:lnTo>
                  <a:lnTo>
                    <a:pt x="1358413" y="1706101"/>
                  </a:lnTo>
                  <a:lnTo>
                    <a:pt x="1318195" y="1727461"/>
                  </a:lnTo>
                  <a:lnTo>
                    <a:pt x="1276815" y="1746840"/>
                  </a:lnTo>
                  <a:lnTo>
                    <a:pt x="1234336" y="1764175"/>
                  </a:lnTo>
                  <a:lnTo>
                    <a:pt x="1190820" y="1779403"/>
                  </a:lnTo>
                  <a:lnTo>
                    <a:pt x="1146332" y="1792461"/>
                  </a:lnTo>
                  <a:lnTo>
                    <a:pt x="1100934" y="1803286"/>
                  </a:lnTo>
                  <a:lnTo>
                    <a:pt x="1054688" y="1811816"/>
                  </a:lnTo>
                  <a:lnTo>
                    <a:pt x="1007658" y="1817986"/>
                  </a:lnTo>
                  <a:lnTo>
                    <a:pt x="959908" y="1821734"/>
                  </a:lnTo>
                  <a:lnTo>
                    <a:pt x="911499" y="1822998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0700" y="8346800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5" y="682129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7" y="655327"/>
                  </a:lnTo>
                  <a:lnTo>
                    <a:pt x="168922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6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6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2" y="46565"/>
                  </a:lnTo>
                  <a:lnTo>
                    <a:pt x="208307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5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2" y="26802"/>
                  </a:lnTo>
                  <a:lnTo>
                    <a:pt x="513207" y="46565"/>
                  </a:lnTo>
                  <a:lnTo>
                    <a:pt x="549479" y="71065"/>
                  </a:lnTo>
                  <a:lnTo>
                    <a:pt x="582234" y="99895"/>
                  </a:lnTo>
                  <a:lnTo>
                    <a:pt x="611064" y="132650"/>
                  </a:lnTo>
                  <a:lnTo>
                    <a:pt x="635564" y="168922"/>
                  </a:lnTo>
                  <a:lnTo>
                    <a:pt x="655327" y="208306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6"/>
                  </a:lnTo>
                  <a:lnTo>
                    <a:pt x="611064" y="549479"/>
                  </a:lnTo>
                  <a:lnTo>
                    <a:pt x="582234" y="582234"/>
                  </a:lnTo>
                  <a:lnTo>
                    <a:pt x="549479" y="611064"/>
                  </a:lnTo>
                  <a:lnTo>
                    <a:pt x="513207" y="635564"/>
                  </a:lnTo>
                  <a:lnTo>
                    <a:pt x="473822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5" y="682129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7723491"/>
              <a:ext cx="1715135" cy="2387600"/>
            </a:xfrm>
            <a:custGeom>
              <a:avLst/>
              <a:gdLst/>
              <a:ahLst/>
              <a:cxnLst/>
              <a:rect l="l" t="t" r="r" b="b"/>
              <a:pathLst>
                <a:path w="1715135" h="2387600">
                  <a:moveTo>
                    <a:pt x="1714543" y="2387487"/>
                  </a:moveTo>
                  <a:lnTo>
                    <a:pt x="0" y="2387487"/>
                  </a:lnTo>
                  <a:lnTo>
                    <a:pt x="0" y="612964"/>
                  </a:lnTo>
                  <a:lnTo>
                    <a:pt x="350265" y="0"/>
                  </a:lnTo>
                  <a:lnTo>
                    <a:pt x="1714543" y="238748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23972" y="2844764"/>
              <a:ext cx="948055" cy="843915"/>
            </a:xfrm>
            <a:custGeom>
              <a:avLst/>
              <a:gdLst/>
              <a:ahLst/>
              <a:cxnLst/>
              <a:rect l="l" t="t" r="r" b="b"/>
              <a:pathLst>
                <a:path w="948055" h="843914">
                  <a:moveTo>
                    <a:pt x="526291" y="843486"/>
                  </a:moveTo>
                  <a:lnTo>
                    <a:pt x="421743" y="843486"/>
                  </a:lnTo>
                  <a:lnTo>
                    <a:pt x="374155" y="840794"/>
                  </a:lnTo>
                  <a:lnTo>
                    <a:pt x="327541" y="832832"/>
                  </a:lnTo>
                  <a:lnTo>
                    <a:pt x="282313" y="819772"/>
                  </a:lnTo>
                  <a:lnTo>
                    <a:pt x="238885" y="801783"/>
                  </a:lnTo>
                  <a:lnTo>
                    <a:pt x="197669" y="779038"/>
                  </a:lnTo>
                  <a:lnTo>
                    <a:pt x="159078" y="751706"/>
                  </a:lnTo>
                  <a:lnTo>
                    <a:pt x="123525" y="719960"/>
                  </a:lnTo>
                  <a:lnTo>
                    <a:pt x="91779" y="684407"/>
                  </a:lnTo>
                  <a:lnTo>
                    <a:pt x="64448" y="645816"/>
                  </a:lnTo>
                  <a:lnTo>
                    <a:pt x="41703" y="604600"/>
                  </a:lnTo>
                  <a:lnTo>
                    <a:pt x="23714" y="561172"/>
                  </a:lnTo>
                  <a:lnTo>
                    <a:pt x="10653" y="515945"/>
                  </a:lnTo>
                  <a:lnTo>
                    <a:pt x="2691" y="469330"/>
                  </a:lnTo>
                  <a:lnTo>
                    <a:pt x="0" y="421743"/>
                  </a:lnTo>
                  <a:lnTo>
                    <a:pt x="2691" y="374155"/>
                  </a:lnTo>
                  <a:lnTo>
                    <a:pt x="10653" y="327541"/>
                  </a:lnTo>
                  <a:lnTo>
                    <a:pt x="23714" y="282313"/>
                  </a:lnTo>
                  <a:lnTo>
                    <a:pt x="41703" y="238885"/>
                  </a:lnTo>
                  <a:lnTo>
                    <a:pt x="64448" y="197669"/>
                  </a:lnTo>
                  <a:lnTo>
                    <a:pt x="91779" y="159078"/>
                  </a:lnTo>
                  <a:lnTo>
                    <a:pt x="123525" y="123525"/>
                  </a:lnTo>
                  <a:lnTo>
                    <a:pt x="159078" y="91779"/>
                  </a:lnTo>
                  <a:lnTo>
                    <a:pt x="197669" y="64448"/>
                  </a:lnTo>
                  <a:lnTo>
                    <a:pt x="238885" y="41702"/>
                  </a:lnTo>
                  <a:lnTo>
                    <a:pt x="282313" y="23714"/>
                  </a:lnTo>
                  <a:lnTo>
                    <a:pt x="327541" y="10653"/>
                  </a:lnTo>
                  <a:lnTo>
                    <a:pt x="374155" y="2691"/>
                  </a:lnTo>
                  <a:lnTo>
                    <a:pt x="421743" y="0"/>
                  </a:lnTo>
                  <a:lnTo>
                    <a:pt x="526291" y="0"/>
                  </a:lnTo>
                  <a:lnTo>
                    <a:pt x="573879" y="2691"/>
                  </a:lnTo>
                  <a:lnTo>
                    <a:pt x="620493" y="10653"/>
                  </a:lnTo>
                  <a:lnTo>
                    <a:pt x="665721" y="23714"/>
                  </a:lnTo>
                  <a:lnTo>
                    <a:pt x="709149" y="41702"/>
                  </a:lnTo>
                  <a:lnTo>
                    <a:pt x="750365" y="64448"/>
                  </a:lnTo>
                  <a:lnTo>
                    <a:pt x="788956" y="91779"/>
                  </a:lnTo>
                  <a:lnTo>
                    <a:pt x="824509" y="123525"/>
                  </a:lnTo>
                  <a:lnTo>
                    <a:pt x="856255" y="159078"/>
                  </a:lnTo>
                  <a:lnTo>
                    <a:pt x="883587" y="197669"/>
                  </a:lnTo>
                  <a:lnTo>
                    <a:pt x="906332" y="238885"/>
                  </a:lnTo>
                  <a:lnTo>
                    <a:pt x="924320" y="282313"/>
                  </a:lnTo>
                  <a:lnTo>
                    <a:pt x="937381" y="327541"/>
                  </a:lnTo>
                  <a:lnTo>
                    <a:pt x="945343" y="374155"/>
                  </a:lnTo>
                  <a:lnTo>
                    <a:pt x="948034" y="421743"/>
                  </a:lnTo>
                  <a:lnTo>
                    <a:pt x="945343" y="469330"/>
                  </a:lnTo>
                  <a:lnTo>
                    <a:pt x="937381" y="515945"/>
                  </a:lnTo>
                  <a:lnTo>
                    <a:pt x="924320" y="561172"/>
                  </a:lnTo>
                  <a:lnTo>
                    <a:pt x="906332" y="604600"/>
                  </a:lnTo>
                  <a:lnTo>
                    <a:pt x="883587" y="645816"/>
                  </a:lnTo>
                  <a:lnTo>
                    <a:pt x="856255" y="684407"/>
                  </a:lnTo>
                  <a:lnTo>
                    <a:pt x="824509" y="719960"/>
                  </a:lnTo>
                  <a:lnTo>
                    <a:pt x="788956" y="751706"/>
                  </a:lnTo>
                  <a:lnTo>
                    <a:pt x="750365" y="779038"/>
                  </a:lnTo>
                  <a:lnTo>
                    <a:pt x="709149" y="801783"/>
                  </a:lnTo>
                  <a:lnTo>
                    <a:pt x="665721" y="819772"/>
                  </a:lnTo>
                  <a:lnTo>
                    <a:pt x="620493" y="832832"/>
                  </a:lnTo>
                  <a:lnTo>
                    <a:pt x="573879" y="840794"/>
                  </a:lnTo>
                  <a:lnTo>
                    <a:pt x="526291" y="843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174403" y="2942406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290597" y="581194"/>
                  </a:moveTo>
                  <a:lnTo>
                    <a:pt x="243460" y="577390"/>
                  </a:lnTo>
                  <a:lnTo>
                    <a:pt x="198745" y="566379"/>
                  </a:lnTo>
                  <a:lnTo>
                    <a:pt x="157050" y="548758"/>
                  </a:lnTo>
                  <a:lnTo>
                    <a:pt x="118973" y="525125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3" y="56068"/>
                  </a:lnTo>
                  <a:lnTo>
                    <a:pt x="157050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0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241" y="654728"/>
              <a:ext cx="1257299" cy="1257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3786" y="549795"/>
              <a:ext cx="6502052" cy="91630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015128" y="997719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88972" y="995535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9377" y="974418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71610" y="974418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4221" y="4196272"/>
            <a:ext cx="7337425" cy="1066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800" b="1" spc="-155" dirty="0">
                <a:solidFill>
                  <a:srgbClr val="0F1B40"/>
                </a:solidFill>
                <a:latin typeface="Tahoma"/>
                <a:cs typeface="Tahoma"/>
              </a:rPr>
              <a:t>System</a:t>
            </a:r>
            <a:r>
              <a:rPr sz="6800" b="1" spc="-82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6800" b="1" spc="-405" dirty="0">
                <a:solidFill>
                  <a:srgbClr val="0F1B40"/>
                </a:solidFill>
                <a:latin typeface="Tahoma"/>
                <a:cs typeface="Tahoma"/>
              </a:rPr>
              <a:t>W</a:t>
            </a:r>
            <a:r>
              <a:rPr sz="6800" b="1" spc="-9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6800" b="1" spc="-145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6800" b="1" spc="-85" dirty="0">
                <a:solidFill>
                  <a:srgbClr val="0F1B40"/>
                </a:solidFill>
                <a:latin typeface="Tahoma"/>
                <a:cs typeface="Tahoma"/>
              </a:rPr>
              <a:t>k</a:t>
            </a:r>
            <a:r>
              <a:rPr sz="6800" b="1" spc="-114" dirty="0">
                <a:solidFill>
                  <a:srgbClr val="0F1B40"/>
                </a:solidFill>
                <a:latin typeface="Tahoma"/>
                <a:cs typeface="Tahoma"/>
              </a:rPr>
              <a:t>fl</a:t>
            </a:r>
            <a:r>
              <a:rPr sz="6800" b="1" spc="-190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6800" b="1" spc="285" dirty="0">
                <a:solidFill>
                  <a:srgbClr val="0F1B40"/>
                </a:solidFill>
                <a:latin typeface="Tahoma"/>
                <a:cs typeface="Tahoma"/>
              </a:rPr>
              <a:t>w</a:t>
            </a:r>
            <a:endParaRPr sz="6800" dirty="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84007" y="7323760"/>
            <a:ext cx="1371600" cy="1371600"/>
            <a:chOff x="8684007" y="7323760"/>
            <a:chExt cx="1371600" cy="1371600"/>
          </a:xfrm>
        </p:grpSpPr>
        <p:sp>
          <p:nvSpPr>
            <p:cNvPr id="19" name="object 19"/>
            <p:cNvSpPr/>
            <p:nvPr/>
          </p:nvSpPr>
          <p:spPr>
            <a:xfrm>
              <a:off x="8684007" y="732376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30243" y="7654887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29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60785" y="628302"/>
              <a:ext cx="1665605" cy="589280"/>
            </a:xfrm>
            <a:custGeom>
              <a:avLst/>
              <a:gdLst/>
              <a:ahLst/>
              <a:cxnLst/>
              <a:rect l="l" t="t" r="r" b="b"/>
              <a:pathLst>
                <a:path w="1665604" h="589280">
                  <a:moveTo>
                    <a:pt x="137136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8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8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371364" y="0"/>
                  </a:lnTo>
                  <a:lnTo>
                    <a:pt x="1419128" y="3854"/>
                  </a:lnTo>
                  <a:lnTo>
                    <a:pt x="1464438" y="15012"/>
                  </a:lnTo>
                  <a:lnTo>
                    <a:pt x="1506688" y="32867"/>
                  </a:lnTo>
                  <a:lnTo>
                    <a:pt x="1545272" y="56814"/>
                  </a:lnTo>
                  <a:lnTo>
                    <a:pt x="1579583" y="86247"/>
                  </a:lnTo>
                  <a:lnTo>
                    <a:pt x="1609015" y="120558"/>
                  </a:lnTo>
                  <a:lnTo>
                    <a:pt x="1632962" y="159141"/>
                  </a:lnTo>
                  <a:lnTo>
                    <a:pt x="1650818" y="201391"/>
                  </a:lnTo>
                  <a:lnTo>
                    <a:pt x="1661976" y="246701"/>
                  </a:lnTo>
                  <a:lnTo>
                    <a:pt x="1665572" y="291269"/>
                  </a:lnTo>
                  <a:lnTo>
                    <a:pt x="1665572" y="297662"/>
                  </a:lnTo>
                  <a:lnTo>
                    <a:pt x="1661976" y="342229"/>
                  </a:lnTo>
                  <a:lnTo>
                    <a:pt x="1650818" y="387539"/>
                  </a:lnTo>
                  <a:lnTo>
                    <a:pt x="1632962" y="429789"/>
                  </a:lnTo>
                  <a:lnTo>
                    <a:pt x="1609015" y="468373"/>
                  </a:lnTo>
                  <a:lnTo>
                    <a:pt x="1579583" y="502684"/>
                  </a:lnTo>
                  <a:lnTo>
                    <a:pt x="1545272" y="532116"/>
                  </a:lnTo>
                  <a:lnTo>
                    <a:pt x="1506688" y="556063"/>
                  </a:lnTo>
                  <a:lnTo>
                    <a:pt x="1464438" y="573919"/>
                  </a:lnTo>
                  <a:lnTo>
                    <a:pt x="1419128" y="585077"/>
                  </a:lnTo>
                  <a:lnTo>
                    <a:pt x="137136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5824917" y="1723067"/>
            <a:ext cx="1823085" cy="1823085"/>
            <a:chOff x="15824917" y="1723067"/>
            <a:chExt cx="1823085" cy="1823085"/>
          </a:xfrm>
        </p:grpSpPr>
        <p:sp>
          <p:nvSpPr>
            <p:cNvPr id="9" name="object 9"/>
            <p:cNvSpPr/>
            <p:nvPr/>
          </p:nvSpPr>
          <p:spPr>
            <a:xfrm>
              <a:off x="15824917" y="1723067"/>
              <a:ext cx="1823085" cy="1823085"/>
            </a:xfrm>
            <a:custGeom>
              <a:avLst/>
              <a:gdLst/>
              <a:ahLst/>
              <a:cxnLst/>
              <a:rect l="l" t="t" r="r" b="b"/>
              <a:pathLst>
                <a:path w="1823084" h="1823085">
                  <a:moveTo>
                    <a:pt x="911499" y="1822999"/>
                  </a:moveTo>
                  <a:lnTo>
                    <a:pt x="863090" y="1821735"/>
                  </a:lnTo>
                  <a:lnTo>
                    <a:pt x="815340" y="1817987"/>
                  </a:lnTo>
                  <a:lnTo>
                    <a:pt x="768310" y="1811816"/>
                  </a:lnTo>
                  <a:lnTo>
                    <a:pt x="722065" y="1803287"/>
                  </a:lnTo>
                  <a:lnTo>
                    <a:pt x="676666" y="1792462"/>
                  </a:lnTo>
                  <a:lnTo>
                    <a:pt x="632178" y="1779404"/>
                  </a:lnTo>
                  <a:lnTo>
                    <a:pt x="588662" y="1764176"/>
                  </a:lnTo>
                  <a:lnTo>
                    <a:pt x="546183" y="1746841"/>
                  </a:lnTo>
                  <a:lnTo>
                    <a:pt x="504803" y="1727462"/>
                  </a:lnTo>
                  <a:lnTo>
                    <a:pt x="464585" y="1706102"/>
                  </a:lnTo>
                  <a:lnTo>
                    <a:pt x="425592" y="1682823"/>
                  </a:lnTo>
                  <a:lnTo>
                    <a:pt x="387887" y="1657690"/>
                  </a:lnTo>
                  <a:lnTo>
                    <a:pt x="351533" y="1630766"/>
                  </a:lnTo>
                  <a:lnTo>
                    <a:pt x="316593" y="1602112"/>
                  </a:lnTo>
                  <a:lnTo>
                    <a:pt x="283130" y="1571792"/>
                  </a:lnTo>
                  <a:lnTo>
                    <a:pt x="251207" y="1539869"/>
                  </a:lnTo>
                  <a:lnTo>
                    <a:pt x="220887" y="1506406"/>
                  </a:lnTo>
                  <a:lnTo>
                    <a:pt x="192233" y="1471465"/>
                  </a:lnTo>
                  <a:lnTo>
                    <a:pt x="165308" y="1435111"/>
                  </a:lnTo>
                  <a:lnTo>
                    <a:pt x="140175" y="1397406"/>
                  </a:lnTo>
                  <a:lnTo>
                    <a:pt x="116897" y="1358413"/>
                  </a:lnTo>
                  <a:lnTo>
                    <a:pt x="95537" y="1318195"/>
                  </a:lnTo>
                  <a:lnTo>
                    <a:pt x="76158" y="1276815"/>
                  </a:lnTo>
                  <a:lnTo>
                    <a:pt x="58822" y="1234336"/>
                  </a:lnTo>
                  <a:lnTo>
                    <a:pt x="43594" y="1190820"/>
                  </a:lnTo>
                  <a:lnTo>
                    <a:pt x="30536" y="1146332"/>
                  </a:lnTo>
                  <a:lnTo>
                    <a:pt x="19711" y="1100934"/>
                  </a:lnTo>
                  <a:lnTo>
                    <a:pt x="11182" y="1054688"/>
                  </a:lnTo>
                  <a:lnTo>
                    <a:pt x="5011" y="1007658"/>
                  </a:lnTo>
                  <a:lnTo>
                    <a:pt x="1263" y="959908"/>
                  </a:lnTo>
                  <a:lnTo>
                    <a:pt x="0" y="911499"/>
                  </a:lnTo>
                  <a:lnTo>
                    <a:pt x="1263" y="863090"/>
                  </a:lnTo>
                  <a:lnTo>
                    <a:pt x="5011" y="815340"/>
                  </a:lnTo>
                  <a:lnTo>
                    <a:pt x="11182" y="768310"/>
                  </a:lnTo>
                  <a:lnTo>
                    <a:pt x="19711" y="722064"/>
                  </a:lnTo>
                  <a:lnTo>
                    <a:pt x="30536" y="676666"/>
                  </a:lnTo>
                  <a:lnTo>
                    <a:pt x="43594" y="632178"/>
                  </a:lnTo>
                  <a:lnTo>
                    <a:pt x="58822" y="588662"/>
                  </a:lnTo>
                  <a:lnTo>
                    <a:pt x="76158" y="546183"/>
                  </a:lnTo>
                  <a:lnTo>
                    <a:pt x="95537" y="504803"/>
                  </a:lnTo>
                  <a:lnTo>
                    <a:pt x="116897" y="464585"/>
                  </a:lnTo>
                  <a:lnTo>
                    <a:pt x="140175" y="425592"/>
                  </a:lnTo>
                  <a:lnTo>
                    <a:pt x="165308" y="387887"/>
                  </a:lnTo>
                  <a:lnTo>
                    <a:pt x="192233" y="351532"/>
                  </a:lnTo>
                  <a:lnTo>
                    <a:pt x="220887" y="316592"/>
                  </a:lnTo>
                  <a:lnTo>
                    <a:pt x="251207" y="283129"/>
                  </a:lnTo>
                  <a:lnTo>
                    <a:pt x="283130" y="251206"/>
                  </a:lnTo>
                  <a:lnTo>
                    <a:pt x="316593" y="220887"/>
                  </a:lnTo>
                  <a:lnTo>
                    <a:pt x="351533" y="192233"/>
                  </a:lnTo>
                  <a:lnTo>
                    <a:pt x="387887" y="165308"/>
                  </a:lnTo>
                  <a:lnTo>
                    <a:pt x="425592" y="140175"/>
                  </a:lnTo>
                  <a:lnTo>
                    <a:pt x="464585" y="116897"/>
                  </a:lnTo>
                  <a:lnTo>
                    <a:pt x="504803" y="95537"/>
                  </a:lnTo>
                  <a:lnTo>
                    <a:pt x="546183" y="76158"/>
                  </a:lnTo>
                  <a:lnTo>
                    <a:pt x="588662" y="58822"/>
                  </a:lnTo>
                  <a:lnTo>
                    <a:pt x="632178" y="43594"/>
                  </a:lnTo>
                  <a:lnTo>
                    <a:pt x="676666" y="30536"/>
                  </a:lnTo>
                  <a:lnTo>
                    <a:pt x="722065" y="19711"/>
                  </a:lnTo>
                  <a:lnTo>
                    <a:pt x="768310" y="11182"/>
                  </a:lnTo>
                  <a:lnTo>
                    <a:pt x="815340" y="5011"/>
                  </a:lnTo>
                  <a:lnTo>
                    <a:pt x="863090" y="1263"/>
                  </a:lnTo>
                  <a:lnTo>
                    <a:pt x="911499" y="0"/>
                  </a:lnTo>
                  <a:lnTo>
                    <a:pt x="959908" y="1263"/>
                  </a:lnTo>
                  <a:lnTo>
                    <a:pt x="1007659" y="5011"/>
                  </a:lnTo>
                  <a:lnTo>
                    <a:pt x="1054688" y="11182"/>
                  </a:lnTo>
                  <a:lnTo>
                    <a:pt x="1100934" y="19711"/>
                  </a:lnTo>
                  <a:lnTo>
                    <a:pt x="1146332" y="30536"/>
                  </a:lnTo>
                  <a:lnTo>
                    <a:pt x="1190821" y="43594"/>
                  </a:lnTo>
                  <a:lnTo>
                    <a:pt x="1234336" y="58822"/>
                  </a:lnTo>
                  <a:lnTo>
                    <a:pt x="1276815" y="76158"/>
                  </a:lnTo>
                  <a:lnTo>
                    <a:pt x="1318195" y="95537"/>
                  </a:lnTo>
                  <a:lnTo>
                    <a:pt x="1358414" y="116897"/>
                  </a:lnTo>
                  <a:lnTo>
                    <a:pt x="1397407" y="140175"/>
                  </a:lnTo>
                  <a:lnTo>
                    <a:pt x="1435112" y="165308"/>
                  </a:lnTo>
                  <a:lnTo>
                    <a:pt x="1471466" y="192233"/>
                  </a:lnTo>
                  <a:lnTo>
                    <a:pt x="1506406" y="220887"/>
                  </a:lnTo>
                  <a:lnTo>
                    <a:pt x="1539869" y="251206"/>
                  </a:lnTo>
                  <a:lnTo>
                    <a:pt x="1571792" y="283129"/>
                  </a:lnTo>
                  <a:lnTo>
                    <a:pt x="1602112" y="316592"/>
                  </a:lnTo>
                  <a:lnTo>
                    <a:pt x="1630765" y="351532"/>
                  </a:lnTo>
                  <a:lnTo>
                    <a:pt x="1657690" y="387887"/>
                  </a:lnTo>
                  <a:lnTo>
                    <a:pt x="1682823" y="425592"/>
                  </a:lnTo>
                  <a:lnTo>
                    <a:pt x="1706101" y="464585"/>
                  </a:lnTo>
                  <a:lnTo>
                    <a:pt x="1727461" y="504803"/>
                  </a:lnTo>
                  <a:lnTo>
                    <a:pt x="1746840" y="546183"/>
                  </a:lnTo>
                  <a:lnTo>
                    <a:pt x="1764175" y="588662"/>
                  </a:lnTo>
                  <a:lnTo>
                    <a:pt x="1779403" y="632178"/>
                  </a:lnTo>
                  <a:lnTo>
                    <a:pt x="1792462" y="676666"/>
                  </a:lnTo>
                  <a:lnTo>
                    <a:pt x="1803287" y="722064"/>
                  </a:lnTo>
                  <a:lnTo>
                    <a:pt x="1811816" y="768310"/>
                  </a:lnTo>
                  <a:lnTo>
                    <a:pt x="1817986" y="815340"/>
                  </a:lnTo>
                  <a:lnTo>
                    <a:pt x="1821735" y="863090"/>
                  </a:lnTo>
                  <a:lnTo>
                    <a:pt x="1822998" y="911499"/>
                  </a:lnTo>
                  <a:lnTo>
                    <a:pt x="1821735" y="959908"/>
                  </a:lnTo>
                  <a:lnTo>
                    <a:pt x="1817986" y="1007658"/>
                  </a:lnTo>
                  <a:lnTo>
                    <a:pt x="1811816" y="1054688"/>
                  </a:lnTo>
                  <a:lnTo>
                    <a:pt x="1803287" y="1100934"/>
                  </a:lnTo>
                  <a:lnTo>
                    <a:pt x="1792462" y="1146332"/>
                  </a:lnTo>
                  <a:lnTo>
                    <a:pt x="1779403" y="1190820"/>
                  </a:lnTo>
                  <a:lnTo>
                    <a:pt x="1764175" y="1234336"/>
                  </a:lnTo>
                  <a:lnTo>
                    <a:pt x="1746840" y="1276815"/>
                  </a:lnTo>
                  <a:lnTo>
                    <a:pt x="1727461" y="1318195"/>
                  </a:lnTo>
                  <a:lnTo>
                    <a:pt x="1706101" y="1358413"/>
                  </a:lnTo>
                  <a:lnTo>
                    <a:pt x="1682823" y="1397406"/>
                  </a:lnTo>
                  <a:lnTo>
                    <a:pt x="1657690" y="1435111"/>
                  </a:lnTo>
                  <a:lnTo>
                    <a:pt x="1630765" y="1471465"/>
                  </a:lnTo>
                  <a:lnTo>
                    <a:pt x="1602112" y="1506406"/>
                  </a:lnTo>
                  <a:lnTo>
                    <a:pt x="1571792" y="1539869"/>
                  </a:lnTo>
                  <a:lnTo>
                    <a:pt x="1539869" y="1571792"/>
                  </a:lnTo>
                  <a:lnTo>
                    <a:pt x="1506406" y="1602112"/>
                  </a:lnTo>
                  <a:lnTo>
                    <a:pt x="1471466" y="1630766"/>
                  </a:lnTo>
                  <a:lnTo>
                    <a:pt x="1435112" y="1657690"/>
                  </a:lnTo>
                  <a:lnTo>
                    <a:pt x="1397407" y="1682823"/>
                  </a:lnTo>
                  <a:lnTo>
                    <a:pt x="1358414" y="1706102"/>
                  </a:lnTo>
                  <a:lnTo>
                    <a:pt x="1318195" y="1727462"/>
                  </a:lnTo>
                  <a:lnTo>
                    <a:pt x="1276815" y="1746841"/>
                  </a:lnTo>
                  <a:lnTo>
                    <a:pt x="1234336" y="1764176"/>
                  </a:lnTo>
                  <a:lnTo>
                    <a:pt x="1190821" y="1779404"/>
                  </a:lnTo>
                  <a:lnTo>
                    <a:pt x="1146332" y="1792462"/>
                  </a:lnTo>
                  <a:lnTo>
                    <a:pt x="1100934" y="1803287"/>
                  </a:lnTo>
                  <a:lnTo>
                    <a:pt x="1054688" y="1811816"/>
                  </a:lnTo>
                  <a:lnTo>
                    <a:pt x="1007659" y="1817987"/>
                  </a:lnTo>
                  <a:lnTo>
                    <a:pt x="959908" y="1821735"/>
                  </a:lnTo>
                  <a:lnTo>
                    <a:pt x="911499" y="1822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95353" y="2393840"/>
              <a:ext cx="682625" cy="682625"/>
            </a:xfrm>
            <a:custGeom>
              <a:avLst/>
              <a:gdLst/>
              <a:ahLst/>
              <a:cxnLst/>
              <a:rect l="l" t="t" r="r" b="b"/>
              <a:pathLst>
                <a:path w="682625" h="682625">
                  <a:moveTo>
                    <a:pt x="341065" y="682130"/>
                  </a:moveTo>
                  <a:lnTo>
                    <a:pt x="294784" y="679016"/>
                  </a:lnTo>
                  <a:lnTo>
                    <a:pt x="250396" y="669946"/>
                  </a:lnTo>
                  <a:lnTo>
                    <a:pt x="208307" y="655327"/>
                  </a:lnTo>
                  <a:lnTo>
                    <a:pt x="168923" y="635564"/>
                  </a:lnTo>
                  <a:lnTo>
                    <a:pt x="132650" y="611064"/>
                  </a:lnTo>
                  <a:lnTo>
                    <a:pt x="99895" y="582234"/>
                  </a:lnTo>
                  <a:lnTo>
                    <a:pt x="71065" y="549479"/>
                  </a:lnTo>
                  <a:lnTo>
                    <a:pt x="46565" y="513207"/>
                  </a:lnTo>
                  <a:lnTo>
                    <a:pt x="26802" y="473822"/>
                  </a:lnTo>
                  <a:lnTo>
                    <a:pt x="12183" y="431733"/>
                  </a:lnTo>
                  <a:lnTo>
                    <a:pt x="3113" y="387345"/>
                  </a:lnTo>
                  <a:lnTo>
                    <a:pt x="0" y="341064"/>
                  </a:lnTo>
                  <a:lnTo>
                    <a:pt x="3113" y="294784"/>
                  </a:lnTo>
                  <a:lnTo>
                    <a:pt x="12183" y="250396"/>
                  </a:lnTo>
                  <a:lnTo>
                    <a:pt x="26802" y="208307"/>
                  </a:lnTo>
                  <a:lnTo>
                    <a:pt x="46565" y="168922"/>
                  </a:lnTo>
                  <a:lnTo>
                    <a:pt x="71065" y="132650"/>
                  </a:lnTo>
                  <a:lnTo>
                    <a:pt x="99895" y="99895"/>
                  </a:lnTo>
                  <a:lnTo>
                    <a:pt x="132650" y="71065"/>
                  </a:lnTo>
                  <a:lnTo>
                    <a:pt x="168923" y="46565"/>
                  </a:lnTo>
                  <a:lnTo>
                    <a:pt x="208307" y="26802"/>
                  </a:lnTo>
                  <a:lnTo>
                    <a:pt x="250396" y="12183"/>
                  </a:lnTo>
                  <a:lnTo>
                    <a:pt x="294784" y="3113"/>
                  </a:lnTo>
                  <a:lnTo>
                    <a:pt x="341065" y="0"/>
                  </a:lnTo>
                  <a:lnTo>
                    <a:pt x="387345" y="3113"/>
                  </a:lnTo>
                  <a:lnTo>
                    <a:pt x="431733" y="12183"/>
                  </a:lnTo>
                  <a:lnTo>
                    <a:pt x="473823" y="26802"/>
                  </a:lnTo>
                  <a:lnTo>
                    <a:pt x="513207" y="46565"/>
                  </a:lnTo>
                  <a:lnTo>
                    <a:pt x="549480" y="71065"/>
                  </a:lnTo>
                  <a:lnTo>
                    <a:pt x="582234" y="99895"/>
                  </a:lnTo>
                  <a:lnTo>
                    <a:pt x="611065" y="132650"/>
                  </a:lnTo>
                  <a:lnTo>
                    <a:pt x="635564" y="168922"/>
                  </a:lnTo>
                  <a:lnTo>
                    <a:pt x="655327" y="208307"/>
                  </a:lnTo>
                  <a:lnTo>
                    <a:pt x="669946" y="250396"/>
                  </a:lnTo>
                  <a:lnTo>
                    <a:pt x="679016" y="294784"/>
                  </a:lnTo>
                  <a:lnTo>
                    <a:pt x="682129" y="341064"/>
                  </a:lnTo>
                  <a:lnTo>
                    <a:pt x="679016" y="387345"/>
                  </a:lnTo>
                  <a:lnTo>
                    <a:pt x="669946" y="431733"/>
                  </a:lnTo>
                  <a:lnTo>
                    <a:pt x="655327" y="473822"/>
                  </a:lnTo>
                  <a:lnTo>
                    <a:pt x="635564" y="513207"/>
                  </a:lnTo>
                  <a:lnTo>
                    <a:pt x="611065" y="549479"/>
                  </a:lnTo>
                  <a:lnTo>
                    <a:pt x="582234" y="582234"/>
                  </a:lnTo>
                  <a:lnTo>
                    <a:pt x="549480" y="611064"/>
                  </a:lnTo>
                  <a:lnTo>
                    <a:pt x="513207" y="635564"/>
                  </a:lnTo>
                  <a:lnTo>
                    <a:pt x="473823" y="655327"/>
                  </a:lnTo>
                  <a:lnTo>
                    <a:pt x="431733" y="669946"/>
                  </a:lnTo>
                  <a:lnTo>
                    <a:pt x="387345" y="679016"/>
                  </a:lnTo>
                  <a:lnTo>
                    <a:pt x="341065" y="682130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0" y="4238847"/>
            <a:ext cx="1900555" cy="1956435"/>
          </a:xfrm>
          <a:custGeom>
            <a:avLst/>
            <a:gdLst/>
            <a:ahLst/>
            <a:cxnLst/>
            <a:rect l="l" t="t" r="r" b="b"/>
            <a:pathLst>
              <a:path w="1900555" h="1956435">
                <a:moveTo>
                  <a:pt x="1899941" y="1956079"/>
                </a:moveTo>
                <a:lnTo>
                  <a:pt x="0" y="1956079"/>
                </a:lnTo>
                <a:lnTo>
                  <a:pt x="0" y="1368817"/>
                </a:lnTo>
                <a:lnTo>
                  <a:pt x="782181" y="0"/>
                </a:lnTo>
                <a:lnTo>
                  <a:pt x="1899941" y="19560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740" y="463706"/>
            <a:ext cx="1257299" cy="1257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2405084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2738459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3405209"/>
            <a:ext cx="85725" cy="857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3738584"/>
            <a:ext cx="85725" cy="857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4405334"/>
            <a:ext cx="85725" cy="857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5072084"/>
            <a:ext cx="85725" cy="8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5405459"/>
            <a:ext cx="85725" cy="8572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5738834"/>
            <a:ext cx="85725" cy="85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6405584"/>
            <a:ext cx="85725" cy="8572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6738959"/>
            <a:ext cx="85725" cy="8572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7072334"/>
            <a:ext cx="85725" cy="8572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7739084"/>
            <a:ext cx="85725" cy="8572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8072459"/>
            <a:ext cx="85725" cy="8572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15933" y="8405834"/>
            <a:ext cx="85725" cy="8572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8644483" y="1921564"/>
            <a:ext cx="8891270" cy="66846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130"/>
              </a:spcBef>
            </a:pPr>
            <a:r>
              <a:rPr sz="2100" b="1" spc="-55" dirty="0">
                <a:latin typeface="Tahoma"/>
                <a:cs typeface="Tahoma"/>
              </a:rPr>
              <a:t>Dataset</a:t>
            </a:r>
            <a:r>
              <a:rPr sz="2100" b="1" spc="-240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Preparation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65" dirty="0">
                <a:latin typeface="Verdana"/>
                <a:cs typeface="Verdana"/>
              </a:rPr>
              <a:t>Kaggle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05" dirty="0">
                <a:latin typeface="Verdana"/>
                <a:cs typeface="Verdana"/>
              </a:rPr>
              <a:t>dataset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145" dirty="0">
                <a:latin typeface="Verdana"/>
                <a:cs typeface="Verdana"/>
              </a:rPr>
              <a:t>(helmet,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40" dirty="0">
                <a:latin typeface="Verdana"/>
                <a:cs typeface="Verdana"/>
              </a:rPr>
              <a:t>mask,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vest)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80" dirty="0">
                <a:latin typeface="Verdana"/>
                <a:cs typeface="Verdana"/>
              </a:rPr>
              <a:t>Folder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05" dirty="0">
                <a:latin typeface="Verdana"/>
                <a:cs typeface="Verdana"/>
              </a:rPr>
              <a:t>structure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40" dirty="0">
                <a:latin typeface="Verdana"/>
                <a:cs typeface="Verdana"/>
              </a:rPr>
              <a:t>auto-</a:t>
            </a:r>
            <a:r>
              <a:rPr sz="2100" spc="-95" dirty="0">
                <a:latin typeface="Verdana"/>
                <a:cs typeface="Verdana"/>
              </a:rPr>
              <a:t>organized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60" dirty="0">
                <a:latin typeface="Verdana"/>
                <a:cs typeface="Verdana"/>
              </a:rPr>
              <a:t>using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Python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script</a:t>
            </a:r>
            <a:endParaRPr sz="2100" dirty="0">
              <a:latin typeface="Verdana"/>
              <a:cs typeface="Verdana"/>
            </a:endParaRPr>
          </a:p>
          <a:p>
            <a:pPr marL="135255">
              <a:lnSpc>
                <a:spcPct val="100000"/>
              </a:lnSpc>
              <a:spcBef>
                <a:spcPts val="105"/>
              </a:spcBef>
            </a:pPr>
            <a:r>
              <a:rPr sz="2100" b="1" spc="-25" dirty="0">
                <a:latin typeface="Tahoma"/>
                <a:cs typeface="Tahoma"/>
              </a:rPr>
              <a:t>Model</a:t>
            </a:r>
            <a:r>
              <a:rPr sz="2100" b="1" spc="-254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Training</a:t>
            </a:r>
            <a:endParaRPr sz="2100" dirty="0">
              <a:latin typeface="Tahoma"/>
              <a:cs typeface="Tahoma"/>
            </a:endParaRPr>
          </a:p>
          <a:p>
            <a:pPr marL="12700" marR="5497195">
              <a:lnSpc>
                <a:spcPct val="104200"/>
              </a:lnSpc>
            </a:pPr>
            <a:r>
              <a:rPr sz="2100" spc="-75" dirty="0">
                <a:latin typeface="Verdana"/>
                <a:cs typeface="Verdana"/>
              </a:rPr>
              <a:t>YOLOv8n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(lightweight,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fast) </a:t>
            </a:r>
            <a:r>
              <a:rPr sz="2100" spc="-110" dirty="0">
                <a:latin typeface="Verdana"/>
                <a:cs typeface="Verdana"/>
              </a:rPr>
              <a:t>50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epochs,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70" dirty="0">
                <a:latin typeface="Verdana"/>
                <a:cs typeface="Verdana"/>
              </a:rPr>
              <a:t>640×640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45" dirty="0">
                <a:latin typeface="Verdana"/>
                <a:cs typeface="Verdana"/>
              </a:rPr>
              <a:t>images </a:t>
            </a:r>
            <a:r>
              <a:rPr sz="2100" b="1" spc="-25" dirty="0">
                <a:latin typeface="Tahoma"/>
                <a:cs typeface="Tahoma"/>
              </a:rPr>
              <a:t>Model</a:t>
            </a:r>
            <a:r>
              <a:rPr sz="2100" b="1" spc="-254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Integration</a:t>
            </a:r>
            <a:endParaRPr sz="2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35" dirty="0">
                <a:latin typeface="Verdana"/>
                <a:cs typeface="Verdana"/>
              </a:rPr>
              <a:t>YOLO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30" dirty="0">
                <a:latin typeface="Verdana"/>
                <a:cs typeface="Verdana"/>
              </a:rPr>
              <a:t>model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loaded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45" dirty="0">
                <a:latin typeface="Verdana"/>
                <a:cs typeface="Verdana"/>
              </a:rPr>
              <a:t>once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60" dirty="0">
                <a:latin typeface="Verdana"/>
                <a:cs typeface="Verdana"/>
              </a:rPr>
              <a:t>using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45" dirty="0">
                <a:latin typeface="Verdana"/>
                <a:cs typeface="Verdana"/>
              </a:rPr>
              <a:t>@st.cache_resource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10" dirty="0">
                <a:latin typeface="Verdana"/>
                <a:cs typeface="Verdana"/>
              </a:rPr>
              <a:t>for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high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performance</a:t>
            </a:r>
            <a:endParaRPr sz="2100" dirty="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  <a:spcBef>
                <a:spcPts val="105"/>
              </a:spcBef>
            </a:pPr>
            <a:r>
              <a:rPr sz="2100" b="1" spc="-150" dirty="0">
                <a:latin typeface="Tahoma"/>
                <a:cs typeface="Tahoma"/>
              </a:rPr>
              <a:t>Real-</a:t>
            </a:r>
            <a:r>
              <a:rPr sz="2100" b="1" spc="-30" dirty="0">
                <a:latin typeface="Tahoma"/>
                <a:cs typeface="Tahoma"/>
              </a:rPr>
              <a:t>Time</a:t>
            </a:r>
            <a:r>
              <a:rPr sz="2100" b="1" spc="-235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Inference</a:t>
            </a:r>
            <a:endParaRPr sz="2100" dirty="0">
              <a:latin typeface="Tahoma"/>
              <a:cs typeface="Tahoma"/>
            </a:endParaRPr>
          </a:p>
          <a:p>
            <a:pPr marL="12700" marR="5078730">
              <a:lnSpc>
                <a:spcPct val="104200"/>
              </a:lnSpc>
            </a:pPr>
            <a:r>
              <a:rPr sz="2100" spc="-85" dirty="0">
                <a:latin typeface="Verdana"/>
                <a:cs typeface="Verdana"/>
              </a:rPr>
              <a:t>Frames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resized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55" dirty="0">
                <a:latin typeface="Verdana"/>
                <a:cs typeface="Verdana"/>
              </a:rPr>
              <a:t>to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640×480 </a:t>
            </a:r>
            <a:r>
              <a:rPr sz="2100" spc="-30" dirty="0">
                <a:latin typeface="Verdana"/>
                <a:cs typeface="Verdana"/>
              </a:rPr>
              <a:t>Bounding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boxes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500" dirty="0">
                <a:latin typeface="Verdana"/>
                <a:cs typeface="Verdana"/>
              </a:rPr>
              <a:t>+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10" dirty="0">
                <a:latin typeface="Verdana"/>
                <a:cs typeface="Verdana"/>
              </a:rPr>
              <a:t>labels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shown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100" dirty="0">
                <a:latin typeface="Verdana"/>
                <a:cs typeface="Verdana"/>
              </a:rPr>
              <a:t>Uses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14" dirty="0">
                <a:latin typeface="Verdana"/>
                <a:cs typeface="Verdana"/>
              </a:rPr>
              <a:t>adjustable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55" dirty="0">
                <a:latin typeface="Verdana"/>
                <a:cs typeface="Verdana"/>
              </a:rPr>
              <a:t>confidence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threshold</a:t>
            </a:r>
            <a:endParaRPr sz="2100" dirty="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  <a:spcBef>
                <a:spcPts val="105"/>
              </a:spcBef>
            </a:pPr>
            <a:r>
              <a:rPr sz="2100" b="1" spc="-40" dirty="0">
                <a:latin typeface="Tahoma"/>
                <a:cs typeface="Tahoma"/>
              </a:rPr>
              <a:t>Automation</a:t>
            </a:r>
            <a:r>
              <a:rPr sz="2100" b="1" spc="-235" dirty="0">
                <a:latin typeface="Tahoma"/>
                <a:cs typeface="Tahoma"/>
              </a:rPr>
              <a:t> </a:t>
            </a:r>
            <a:r>
              <a:rPr sz="2100" b="1" spc="-20" dirty="0">
                <a:latin typeface="Tahoma"/>
                <a:cs typeface="Tahoma"/>
              </a:rPr>
              <a:t>Layer</a:t>
            </a:r>
            <a:endParaRPr sz="2100" dirty="0">
              <a:latin typeface="Tahoma"/>
              <a:cs typeface="Tahoma"/>
            </a:endParaRPr>
          </a:p>
          <a:p>
            <a:pPr marL="12700" marR="2839085">
              <a:lnSpc>
                <a:spcPct val="104200"/>
              </a:lnSpc>
            </a:pPr>
            <a:r>
              <a:rPr sz="2100" spc="-65" dirty="0">
                <a:latin typeface="Verdana"/>
                <a:cs typeface="Verdana"/>
              </a:rPr>
              <a:t>Cooldown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system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120" dirty="0">
                <a:latin typeface="Verdana"/>
                <a:cs typeface="Verdana"/>
              </a:rPr>
              <a:t>prevents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duplicate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120" dirty="0">
                <a:latin typeface="Verdana"/>
                <a:cs typeface="Verdana"/>
              </a:rPr>
              <a:t>violation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20" dirty="0">
                <a:latin typeface="Verdana"/>
                <a:cs typeface="Verdana"/>
              </a:rPr>
              <a:t>logs </a:t>
            </a:r>
            <a:r>
              <a:rPr sz="2100" spc="-60" dirty="0">
                <a:latin typeface="Verdana"/>
                <a:cs typeface="Verdana"/>
              </a:rPr>
              <a:t>Auto</a:t>
            </a:r>
            <a:r>
              <a:rPr sz="2100" spc="-440" dirty="0">
                <a:latin typeface="Verdana"/>
                <a:cs typeface="Verdana"/>
              </a:rPr>
              <a:t> </a:t>
            </a:r>
            <a:r>
              <a:rPr sz="2100" spc="80" dirty="0">
                <a:latin typeface="Verdana"/>
                <a:cs typeface="Verdana"/>
              </a:rPr>
              <a:t>PDF</a:t>
            </a:r>
            <a:r>
              <a:rPr sz="2100" spc="-434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generation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75" dirty="0">
                <a:latin typeface="Verdana"/>
                <a:cs typeface="Verdana"/>
              </a:rPr>
              <a:t>Optional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email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alerts</a:t>
            </a:r>
            <a:endParaRPr sz="2100" dirty="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  <a:spcBef>
                <a:spcPts val="105"/>
              </a:spcBef>
            </a:pPr>
            <a:r>
              <a:rPr sz="2100" b="1" spc="-45" dirty="0">
                <a:latin typeface="Tahoma"/>
                <a:cs typeface="Tahoma"/>
              </a:rPr>
              <a:t>Dashboard</a:t>
            </a:r>
            <a:r>
              <a:rPr sz="2100" b="1" spc="-229" dirty="0">
                <a:latin typeface="Tahoma"/>
                <a:cs typeface="Tahoma"/>
              </a:rPr>
              <a:t> </a:t>
            </a:r>
            <a:r>
              <a:rPr sz="2100" b="1" spc="-10" dirty="0">
                <a:latin typeface="Tahoma"/>
                <a:cs typeface="Tahoma"/>
              </a:rPr>
              <a:t>Analytics</a:t>
            </a:r>
            <a:endParaRPr sz="2100" dirty="0">
              <a:latin typeface="Tahoma"/>
              <a:cs typeface="Tahoma"/>
            </a:endParaRPr>
          </a:p>
          <a:p>
            <a:pPr marL="12700" marR="4692650">
              <a:lnSpc>
                <a:spcPct val="104200"/>
              </a:lnSpc>
            </a:pPr>
            <a:r>
              <a:rPr sz="2100" spc="-20" dirty="0">
                <a:latin typeface="Verdana"/>
                <a:cs typeface="Verdana"/>
              </a:rPr>
              <a:t>Pie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40" dirty="0">
                <a:latin typeface="Verdana"/>
                <a:cs typeface="Verdana"/>
              </a:rPr>
              <a:t>chart,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line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40" dirty="0">
                <a:latin typeface="Verdana"/>
                <a:cs typeface="Verdana"/>
              </a:rPr>
              <a:t>chart,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85" dirty="0">
                <a:latin typeface="Verdana"/>
                <a:cs typeface="Verdana"/>
              </a:rPr>
              <a:t>KPI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cards </a:t>
            </a:r>
            <a:r>
              <a:rPr sz="2100" spc="-110" dirty="0">
                <a:latin typeface="Verdana"/>
                <a:cs typeface="Verdana"/>
              </a:rPr>
              <a:t>Violation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30" dirty="0">
                <a:latin typeface="Verdana"/>
                <a:cs typeface="Verdana"/>
              </a:rPr>
              <a:t>history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500" dirty="0">
                <a:latin typeface="Verdana"/>
                <a:cs typeface="Verdana"/>
              </a:rPr>
              <a:t>+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14" dirty="0">
                <a:latin typeface="Verdana"/>
                <a:cs typeface="Verdana"/>
              </a:rPr>
              <a:t>CSV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export </a:t>
            </a:r>
            <a:r>
              <a:rPr sz="2100" spc="-100" dirty="0">
                <a:latin typeface="Verdana"/>
                <a:cs typeface="Verdana"/>
              </a:rPr>
              <a:t>Supports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images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14" dirty="0">
                <a:latin typeface="Verdana"/>
                <a:cs typeface="Verdana"/>
              </a:rPr>
              <a:t>&amp;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90" dirty="0">
                <a:latin typeface="Verdana"/>
                <a:cs typeface="Verdana"/>
              </a:rPr>
              <a:t>training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50" dirty="0">
                <a:latin typeface="Verdana"/>
                <a:cs typeface="Verdana"/>
              </a:rPr>
              <a:t>graphs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38368" y="1459683"/>
            <a:ext cx="5928360" cy="2235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85570" algn="ctr">
              <a:lnSpc>
                <a:spcPct val="100000"/>
              </a:lnSpc>
              <a:spcBef>
                <a:spcPts val="110"/>
              </a:spcBef>
            </a:pPr>
            <a:r>
              <a:rPr sz="5800" spc="-135" dirty="0">
                <a:solidFill>
                  <a:srgbClr val="0F1B40"/>
                </a:solidFill>
                <a:latin typeface="Verdana"/>
                <a:cs typeface="Verdana"/>
              </a:rPr>
              <a:t>Methodology</a:t>
            </a:r>
            <a:endParaRPr sz="5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385"/>
              </a:spcBef>
            </a:pPr>
            <a:r>
              <a:rPr sz="4200" spc="-220" dirty="0">
                <a:solidFill>
                  <a:srgbClr val="0F1B40"/>
                </a:solidFill>
                <a:latin typeface="Verdana"/>
                <a:cs typeface="Verdana"/>
              </a:rPr>
              <a:t>violation</a:t>
            </a:r>
            <a:r>
              <a:rPr sz="4200" spc="-800" dirty="0">
                <a:solidFill>
                  <a:srgbClr val="0F1B40"/>
                </a:solidFill>
                <a:latin typeface="Verdana"/>
                <a:cs typeface="Verdana"/>
              </a:rPr>
              <a:t> </a:t>
            </a:r>
            <a:r>
              <a:rPr sz="4200" spc="-10" dirty="0">
                <a:solidFill>
                  <a:srgbClr val="0F1B40"/>
                </a:solidFill>
                <a:latin typeface="Verdana"/>
                <a:cs typeface="Verdana"/>
              </a:rPr>
              <a:t>image</a:t>
            </a:r>
            <a:endParaRPr sz="4200" dirty="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5433974" y="7599828"/>
            <a:ext cx="1371600" cy="1371600"/>
            <a:chOff x="15433974" y="7599828"/>
            <a:chExt cx="1371600" cy="1371600"/>
          </a:xfrm>
        </p:grpSpPr>
        <p:sp>
          <p:nvSpPr>
            <p:cNvPr id="35" name="object 35"/>
            <p:cNvSpPr/>
            <p:nvPr/>
          </p:nvSpPr>
          <p:spPr>
            <a:xfrm>
              <a:off x="15433974" y="7599828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980210" y="7930955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949DA09-9FBC-3788-B91C-8BC3AA5FA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45" y="4312749"/>
            <a:ext cx="5680374" cy="3802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1872" y="106296"/>
            <a:ext cx="9544050" cy="665480"/>
            <a:chOff x="4311872" y="106296"/>
            <a:chExt cx="9544050" cy="665480"/>
          </a:xfrm>
        </p:grpSpPr>
        <p:sp>
          <p:nvSpPr>
            <p:cNvPr id="3" name="object 3"/>
            <p:cNvSpPr/>
            <p:nvPr/>
          </p:nvSpPr>
          <p:spPr>
            <a:xfrm>
              <a:off x="4349972" y="144396"/>
              <a:ext cx="9467850" cy="589280"/>
            </a:xfrm>
            <a:custGeom>
              <a:avLst/>
              <a:gdLst/>
              <a:ahLst/>
              <a:cxnLst/>
              <a:rect l="l" t="t" r="r" b="b"/>
              <a:pathLst>
                <a:path w="9467850" h="589280">
                  <a:moveTo>
                    <a:pt x="9467848" y="316884"/>
                  </a:moveTo>
                  <a:lnTo>
                    <a:pt x="9454646" y="387527"/>
                  </a:lnTo>
                  <a:lnTo>
                    <a:pt x="9436791" y="429776"/>
                  </a:lnTo>
                  <a:lnTo>
                    <a:pt x="9412845" y="468358"/>
                  </a:lnTo>
                  <a:lnTo>
                    <a:pt x="9383413" y="502668"/>
                  </a:lnTo>
                  <a:lnTo>
                    <a:pt x="9349103" y="532100"/>
                  </a:lnTo>
                  <a:lnTo>
                    <a:pt x="9310521" y="556046"/>
                  </a:lnTo>
                  <a:lnTo>
                    <a:pt x="9268272" y="573901"/>
                  </a:lnTo>
                  <a:lnTo>
                    <a:pt x="9222963" y="585058"/>
                  </a:lnTo>
                  <a:lnTo>
                    <a:pt x="9175201" y="588912"/>
                  </a:lnTo>
                  <a:lnTo>
                    <a:pt x="294580" y="588912"/>
                  </a:lnTo>
                  <a:lnTo>
                    <a:pt x="246817" y="585058"/>
                  </a:lnTo>
                  <a:lnTo>
                    <a:pt x="201509" y="573901"/>
                  </a:lnTo>
                  <a:lnTo>
                    <a:pt x="159260" y="556046"/>
                  </a:lnTo>
                  <a:lnTo>
                    <a:pt x="120678" y="532099"/>
                  </a:lnTo>
                  <a:lnTo>
                    <a:pt x="86368" y="502668"/>
                  </a:lnTo>
                  <a:lnTo>
                    <a:pt x="56936" y="468358"/>
                  </a:lnTo>
                  <a:lnTo>
                    <a:pt x="32990" y="429776"/>
                  </a:lnTo>
                  <a:lnTo>
                    <a:pt x="15135" y="387527"/>
                  </a:lnTo>
                  <a:lnTo>
                    <a:pt x="3977" y="342218"/>
                  </a:lnTo>
                  <a:lnTo>
                    <a:pt x="0" y="294446"/>
                  </a:lnTo>
                  <a:lnTo>
                    <a:pt x="3977" y="246694"/>
                  </a:lnTo>
                  <a:lnTo>
                    <a:pt x="15135" y="201385"/>
                  </a:lnTo>
                  <a:lnTo>
                    <a:pt x="32990" y="159136"/>
                  </a:lnTo>
                  <a:lnTo>
                    <a:pt x="56936" y="120554"/>
                  </a:lnTo>
                  <a:lnTo>
                    <a:pt x="86368" y="86244"/>
                  </a:lnTo>
                  <a:lnTo>
                    <a:pt x="120678" y="56813"/>
                  </a:lnTo>
                  <a:lnTo>
                    <a:pt x="159260" y="32866"/>
                  </a:lnTo>
                  <a:lnTo>
                    <a:pt x="201509" y="15011"/>
                  </a:lnTo>
                  <a:lnTo>
                    <a:pt x="246817" y="3853"/>
                  </a:lnTo>
                  <a:lnTo>
                    <a:pt x="294580" y="0"/>
                  </a:lnTo>
                  <a:lnTo>
                    <a:pt x="9175201" y="0"/>
                  </a:lnTo>
                  <a:lnTo>
                    <a:pt x="9222963" y="3853"/>
                  </a:lnTo>
                  <a:lnTo>
                    <a:pt x="9268272" y="15011"/>
                  </a:lnTo>
                  <a:lnTo>
                    <a:pt x="9310521" y="32866"/>
                  </a:lnTo>
                  <a:lnTo>
                    <a:pt x="9349103" y="56812"/>
                  </a:lnTo>
                  <a:lnTo>
                    <a:pt x="9383413" y="86243"/>
                  </a:lnTo>
                  <a:lnTo>
                    <a:pt x="9412845" y="120554"/>
                  </a:lnTo>
                  <a:lnTo>
                    <a:pt x="9436791" y="159136"/>
                  </a:lnTo>
                  <a:lnTo>
                    <a:pt x="9454646" y="201385"/>
                  </a:lnTo>
                  <a:lnTo>
                    <a:pt x="9465804" y="246694"/>
                  </a:lnTo>
                  <a:lnTo>
                    <a:pt x="9467848" y="272027"/>
                  </a:lnTo>
                </a:path>
              </a:pathLst>
            </a:custGeom>
            <a:ln w="76199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256304" y="144397"/>
              <a:ext cx="1665605" cy="589280"/>
            </a:xfrm>
            <a:custGeom>
              <a:avLst/>
              <a:gdLst/>
              <a:ahLst/>
              <a:cxnLst/>
              <a:rect l="l" t="t" r="r" b="b"/>
              <a:pathLst>
                <a:path w="1665604" h="589280">
                  <a:moveTo>
                    <a:pt x="137136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7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7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371364" y="0"/>
                  </a:lnTo>
                  <a:lnTo>
                    <a:pt x="1419128" y="3854"/>
                  </a:lnTo>
                  <a:lnTo>
                    <a:pt x="1464438" y="15012"/>
                  </a:lnTo>
                  <a:lnTo>
                    <a:pt x="1506688" y="32867"/>
                  </a:lnTo>
                  <a:lnTo>
                    <a:pt x="1545272" y="56814"/>
                  </a:lnTo>
                  <a:lnTo>
                    <a:pt x="1579583" y="86247"/>
                  </a:lnTo>
                  <a:lnTo>
                    <a:pt x="1609015" y="120558"/>
                  </a:lnTo>
                  <a:lnTo>
                    <a:pt x="1632962" y="159141"/>
                  </a:lnTo>
                  <a:lnTo>
                    <a:pt x="1650818" y="201391"/>
                  </a:lnTo>
                  <a:lnTo>
                    <a:pt x="1661976" y="246701"/>
                  </a:lnTo>
                  <a:lnTo>
                    <a:pt x="1665572" y="291270"/>
                  </a:lnTo>
                  <a:lnTo>
                    <a:pt x="1665572" y="297661"/>
                  </a:lnTo>
                  <a:lnTo>
                    <a:pt x="1661976" y="342229"/>
                  </a:lnTo>
                  <a:lnTo>
                    <a:pt x="1650818" y="387539"/>
                  </a:lnTo>
                  <a:lnTo>
                    <a:pt x="1632962" y="429789"/>
                  </a:lnTo>
                  <a:lnTo>
                    <a:pt x="1609015" y="468373"/>
                  </a:lnTo>
                  <a:lnTo>
                    <a:pt x="1579583" y="502684"/>
                  </a:lnTo>
                  <a:lnTo>
                    <a:pt x="1545272" y="532116"/>
                  </a:lnTo>
                  <a:lnTo>
                    <a:pt x="1506688" y="556063"/>
                  </a:lnTo>
                  <a:lnTo>
                    <a:pt x="1464438" y="573919"/>
                  </a:lnTo>
                  <a:lnTo>
                    <a:pt x="1419128" y="585077"/>
                  </a:lnTo>
                  <a:lnTo>
                    <a:pt x="137136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129076" y="622642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29076" y="807505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29076" y="99236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1007943"/>
            <a:ext cx="6878955" cy="1042669"/>
            <a:chOff x="0" y="1007943"/>
            <a:chExt cx="6878955" cy="1042669"/>
          </a:xfrm>
        </p:grpSpPr>
        <p:sp>
          <p:nvSpPr>
            <p:cNvPr id="9" name="object 9"/>
            <p:cNvSpPr/>
            <p:nvPr/>
          </p:nvSpPr>
          <p:spPr>
            <a:xfrm>
              <a:off x="0" y="1128658"/>
              <a:ext cx="6106160" cy="801370"/>
            </a:xfrm>
            <a:custGeom>
              <a:avLst/>
              <a:gdLst/>
              <a:ahLst/>
              <a:cxnLst/>
              <a:rect l="l" t="t" r="r" b="b"/>
              <a:pathLst>
                <a:path w="6106160" h="801369">
                  <a:moveTo>
                    <a:pt x="5705413" y="800978"/>
                  </a:moveTo>
                  <a:lnTo>
                    <a:pt x="0" y="800978"/>
                  </a:lnTo>
                  <a:lnTo>
                    <a:pt x="0" y="0"/>
                  </a:lnTo>
                  <a:lnTo>
                    <a:pt x="5705413" y="0"/>
                  </a:lnTo>
                  <a:lnTo>
                    <a:pt x="5752119" y="2694"/>
                  </a:lnTo>
                  <a:lnTo>
                    <a:pt x="5797241" y="10577"/>
                  </a:lnTo>
                  <a:lnTo>
                    <a:pt x="5840481" y="23347"/>
                  </a:lnTo>
                  <a:lnTo>
                    <a:pt x="5881538" y="40706"/>
                  </a:lnTo>
                  <a:lnTo>
                    <a:pt x="5920110" y="62351"/>
                  </a:lnTo>
                  <a:lnTo>
                    <a:pt x="5955898" y="87983"/>
                  </a:lnTo>
                  <a:lnTo>
                    <a:pt x="5988601" y="117300"/>
                  </a:lnTo>
                  <a:lnTo>
                    <a:pt x="6017919" y="150003"/>
                  </a:lnTo>
                  <a:lnTo>
                    <a:pt x="6043551" y="185791"/>
                  </a:lnTo>
                  <a:lnTo>
                    <a:pt x="6065196" y="224364"/>
                  </a:lnTo>
                  <a:lnTo>
                    <a:pt x="6082554" y="265420"/>
                  </a:lnTo>
                  <a:lnTo>
                    <a:pt x="6095325" y="308660"/>
                  </a:lnTo>
                  <a:lnTo>
                    <a:pt x="6103208" y="353783"/>
                  </a:lnTo>
                  <a:lnTo>
                    <a:pt x="6105902" y="400489"/>
                  </a:lnTo>
                  <a:lnTo>
                    <a:pt x="6103208" y="447194"/>
                  </a:lnTo>
                  <a:lnTo>
                    <a:pt x="6095325" y="492317"/>
                  </a:lnTo>
                  <a:lnTo>
                    <a:pt x="6082554" y="535557"/>
                  </a:lnTo>
                  <a:lnTo>
                    <a:pt x="6065196" y="576614"/>
                  </a:lnTo>
                  <a:lnTo>
                    <a:pt x="6043551" y="615186"/>
                  </a:lnTo>
                  <a:lnTo>
                    <a:pt x="6017919" y="650975"/>
                  </a:lnTo>
                  <a:lnTo>
                    <a:pt x="5988601" y="683678"/>
                  </a:lnTo>
                  <a:lnTo>
                    <a:pt x="5955898" y="712995"/>
                  </a:lnTo>
                  <a:lnTo>
                    <a:pt x="5920110" y="738627"/>
                  </a:lnTo>
                  <a:lnTo>
                    <a:pt x="5881538" y="760272"/>
                  </a:lnTo>
                  <a:lnTo>
                    <a:pt x="5840481" y="777630"/>
                  </a:lnTo>
                  <a:lnTo>
                    <a:pt x="5797241" y="790401"/>
                  </a:lnTo>
                  <a:lnTo>
                    <a:pt x="5752119" y="798284"/>
                  </a:lnTo>
                  <a:lnTo>
                    <a:pt x="5705413" y="800978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8410" y="1007943"/>
              <a:ext cx="1160780" cy="1042669"/>
            </a:xfrm>
            <a:custGeom>
              <a:avLst/>
              <a:gdLst/>
              <a:ahLst/>
              <a:cxnLst/>
              <a:rect l="l" t="t" r="r" b="b"/>
              <a:pathLst>
                <a:path w="1160779" h="1042669">
                  <a:moveTo>
                    <a:pt x="675534" y="1042408"/>
                  </a:moveTo>
                  <a:lnTo>
                    <a:pt x="485775" y="1042408"/>
                  </a:lnTo>
                  <a:lnTo>
                    <a:pt x="437762" y="1040031"/>
                  </a:lnTo>
                  <a:lnTo>
                    <a:pt x="390562" y="1032988"/>
                  </a:lnTo>
                  <a:lnTo>
                    <a:pt x="344494" y="1021410"/>
                  </a:lnTo>
                  <a:lnTo>
                    <a:pt x="299876" y="1005431"/>
                  </a:lnTo>
                  <a:lnTo>
                    <a:pt x="257028" y="985181"/>
                  </a:lnTo>
                  <a:lnTo>
                    <a:pt x="216266" y="960792"/>
                  </a:lnTo>
                  <a:lnTo>
                    <a:pt x="177911" y="932397"/>
                  </a:lnTo>
                  <a:lnTo>
                    <a:pt x="142280" y="900128"/>
                  </a:lnTo>
                  <a:lnTo>
                    <a:pt x="110010" y="864497"/>
                  </a:lnTo>
                  <a:lnTo>
                    <a:pt x="81615" y="826141"/>
                  </a:lnTo>
                  <a:lnTo>
                    <a:pt x="57227" y="785380"/>
                  </a:lnTo>
                  <a:lnTo>
                    <a:pt x="36977" y="742531"/>
                  </a:lnTo>
                  <a:lnTo>
                    <a:pt x="20997" y="697914"/>
                  </a:lnTo>
                  <a:lnTo>
                    <a:pt x="9420" y="651846"/>
                  </a:lnTo>
                  <a:lnTo>
                    <a:pt x="2377" y="604646"/>
                  </a:lnTo>
                  <a:lnTo>
                    <a:pt x="0" y="556633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75534" y="0"/>
                  </a:lnTo>
                  <a:lnTo>
                    <a:pt x="723547" y="2377"/>
                  </a:lnTo>
                  <a:lnTo>
                    <a:pt x="770747" y="9420"/>
                  </a:lnTo>
                  <a:lnTo>
                    <a:pt x="816815" y="20997"/>
                  </a:lnTo>
                  <a:lnTo>
                    <a:pt x="861432" y="36977"/>
                  </a:lnTo>
                  <a:lnTo>
                    <a:pt x="904281" y="57227"/>
                  </a:lnTo>
                  <a:lnTo>
                    <a:pt x="945042" y="81615"/>
                  </a:lnTo>
                  <a:lnTo>
                    <a:pt x="983398" y="110010"/>
                  </a:lnTo>
                  <a:lnTo>
                    <a:pt x="1019029" y="142280"/>
                  </a:lnTo>
                  <a:lnTo>
                    <a:pt x="1051298" y="177911"/>
                  </a:lnTo>
                  <a:lnTo>
                    <a:pt x="1079693" y="216266"/>
                  </a:lnTo>
                  <a:lnTo>
                    <a:pt x="1104081" y="257028"/>
                  </a:lnTo>
                  <a:lnTo>
                    <a:pt x="1124331" y="299876"/>
                  </a:lnTo>
                  <a:lnTo>
                    <a:pt x="1140311" y="344494"/>
                  </a:lnTo>
                  <a:lnTo>
                    <a:pt x="1151889" y="390562"/>
                  </a:lnTo>
                  <a:lnTo>
                    <a:pt x="1158932" y="437762"/>
                  </a:lnTo>
                  <a:lnTo>
                    <a:pt x="1160493" y="469303"/>
                  </a:lnTo>
                  <a:lnTo>
                    <a:pt x="1160493" y="573104"/>
                  </a:lnTo>
                  <a:lnTo>
                    <a:pt x="1151889" y="651846"/>
                  </a:lnTo>
                  <a:lnTo>
                    <a:pt x="1140311" y="697914"/>
                  </a:lnTo>
                  <a:lnTo>
                    <a:pt x="1124331" y="742531"/>
                  </a:lnTo>
                  <a:lnTo>
                    <a:pt x="1104081" y="785380"/>
                  </a:lnTo>
                  <a:lnTo>
                    <a:pt x="1079693" y="826141"/>
                  </a:lnTo>
                  <a:lnTo>
                    <a:pt x="1051298" y="864497"/>
                  </a:lnTo>
                  <a:lnTo>
                    <a:pt x="1019029" y="900128"/>
                  </a:lnTo>
                  <a:lnTo>
                    <a:pt x="983398" y="932397"/>
                  </a:lnTo>
                  <a:lnTo>
                    <a:pt x="945042" y="960792"/>
                  </a:lnTo>
                  <a:lnTo>
                    <a:pt x="904281" y="985181"/>
                  </a:lnTo>
                  <a:lnTo>
                    <a:pt x="861432" y="1005431"/>
                  </a:lnTo>
                  <a:lnTo>
                    <a:pt x="816815" y="1021410"/>
                  </a:lnTo>
                  <a:lnTo>
                    <a:pt x="770747" y="1032988"/>
                  </a:lnTo>
                  <a:lnTo>
                    <a:pt x="723547" y="1040031"/>
                  </a:lnTo>
                  <a:lnTo>
                    <a:pt x="675534" y="10424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29839" y="1270073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290597" y="581194"/>
                  </a:moveTo>
                  <a:lnTo>
                    <a:pt x="243460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6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0" y="496080"/>
                  </a:lnTo>
                  <a:lnTo>
                    <a:pt x="462220" y="525126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5395666" y="188881"/>
            <a:ext cx="1602740" cy="1602740"/>
          </a:xfrm>
          <a:custGeom>
            <a:avLst/>
            <a:gdLst/>
            <a:ahLst/>
            <a:cxnLst/>
            <a:rect l="l" t="t" r="r" b="b"/>
            <a:pathLst>
              <a:path w="1602740" h="1602739">
                <a:moveTo>
                  <a:pt x="922150" y="1602319"/>
                </a:moveTo>
                <a:lnTo>
                  <a:pt x="666079" y="1602319"/>
                </a:lnTo>
                <a:lnTo>
                  <a:pt x="662941" y="1600965"/>
                </a:lnTo>
                <a:lnTo>
                  <a:pt x="658265" y="1596289"/>
                </a:lnTo>
                <a:lnTo>
                  <a:pt x="656973" y="1593090"/>
                </a:lnTo>
                <a:lnTo>
                  <a:pt x="663433" y="1109988"/>
                </a:lnTo>
                <a:lnTo>
                  <a:pt x="342760" y="1456256"/>
                </a:lnTo>
                <a:lnTo>
                  <a:pt x="339069" y="1460132"/>
                </a:lnTo>
                <a:lnTo>
                  <a:pt x="335193" y="1461363"/>
                </a:lnTo>
                <a:lnTo>
                  <a:pt x="328609" y="1460379"/>
                </a:lnTo>
                <a:lnTo>
                  <a:pt x="326394" y="1459333"/>
                </a:lnTo>
                <a:lnTo>
                  <a:pt x="323626" y="1456687"/>
                </a:lnTo>
                <a:lnTo>
                  <a:pt x="322888" y="1455826"/>
                </a:lnTo>
                <a:lnTo>
                  <a:pt x="322334" y="1454964"/>
                </a:lnTo>
                <a:lnTo>
                  <a:pt x="312390" y="1445820"/>
                </a:lnTo>
                <a:lnTo>
                  <a:pt x="138494" y="1280046"/>
                </a:lnTo>
                <a:lnTo>
                  <a:pt x="137141" y="1276970"/>
                </a:lnTo>
                <a:lnTo>
                  <a:pt x="137018" y="1270387"/>
                </a:lnTo>
                <a:lnTo>
                  <a:pt x="138310" y="1267187"/>
                </a:lnTo>
                <a:lnTo>
                  <a:pt x="478487" y="920673"/>
                </a:lnTo>
                <a:lnTo>
                  <a:pt x="5475" y="919197"/>
                </a:lnTo>
                <a:lnTo>
                  <a:pt x="0" y="913659"/>
                </a:lnTo>
                <a:lnTo>
                  <a:pt x="0" y="702625"/>
                </a:lnTo>
                <a:lnTo>
                  <a:pt x="5475" y="697088"/>
                </a:lnTo>
                <a:lnTo>
                  <a:pt x="472949" y="695611"/>
                </a:lnTo>
                <a:lnTo>
                  <a:pt x="142986" y="346021"/>
                </a:lnTo>
                <a:lnTo>
                  <a:pt x="140709" y="343868"/>
                </a:lnTo>
                <a:lnTo>
                  <a:pt x="139294" y="340853"/>
                </a:lnTo>
                <a:lnTo>
                  <a:pt x="138987" y="333962"/>
                </a:lnTo>
                <a:lnTo>
                  <a:pt x="140463" y="330455"/>
                </a:lnTo>
                <a:lnTo>
                  <a:pt x="335623" y="151907"/>
                </a:lnTo>
                <a:lnTo>
                  <a:pt x="338884" y="150676"/>
                </a:lnTo>
                <a:lnTo>
                  <a:pt x="345406" y="151107"/>
                </a:lnTo>
                <a:lnTo>
                  <a:pt x="348482" y="152584"/>
                </a:lnTo>
                <a:lnTo>
                  <a:pt x="671370" y="517002"/>
                </a:lnTo>
                <a:lnTo>
                  <a:pt x="678138" y="5414"/>
                </a:lnTo>
                <a:lnTo>
                  <a:pt x="683675" y="0"/>
                </a:lnTo>
                <a:lnTo>
                  <a:pt x="904615" y="0"/>
                </a:lnTo>
                <a:lnTo>
                  <a:pt x="910152" y="5414"/>
                </a:lnTo>
                <a:lnTo>
                  <a:pt x="916366" y="474733"/>
                </a:lnTo>
                <a:lnTo>
                  <a:pt x="959496" y="430742"/>
                </a:lnTo>
                <a:lnTo>
                  <a:pt x="1285768" y="153507"/>
                </a:lnTo>
                <a:lnTo>
                  <a:pt x="1293459" y="154122"/>
                </a:lnTo>
                <a:lnTo>
                  <a:pt x="1438968" y="320426"/>
                </a:lnTo>
                <a:lnTo>
                  <a:pt x="1438475" y="328117"/>
                </a:lnTo>
                <a:lnTo>
                  <a:pt x="1125985" y="609721"/>
                </a:lnTo>
                <a:lnTo>
                  <a:pt x="1109535" y="627894"/>
                </a:lnTo>
                <a:lnTo>
                  <a:pt x="1048832" y="693827"/>
                </a:lnTo>
                <a:lnTo>
                  <a:pt x="1593275" y="692104"/>
                </a:lnTo>
                <a:lnTo>
                  <a:pt x="1596351" y="693396"/>
                </a:lnTo>
                <a:lnTo>
                  <a:pt x="1601027" y="698011"/>
                </a:lnTo>
                <a:lnTo>
                  <a:pt x="1602319" y="701149"/>
                </a:lnTo>
                <a:lnTo>
                  <a:pt x="1602319" y="915197"/>
                </a:lnTo>
                <a:lnTo>
                  <a:pt x="1601027" y="918335"/>
                </a:lnTo>
                <a:lnTo>
                  <a:pt x="1598689" y="920673"/>
                </a:lnTo>
                <a:lnTo>
                  <a:pt x="1596412" y="922950"/>
                </a:lnTo>
                <a:lnTo>
                  <a:pt x="1593459" y="924180"/>
                </a:lnTo>
                <a:lnTo>
                  <a:pt x="1590075" y="924241"/>
                </a:lnTo>
                <a:lnTo>
                  <a:pt x="1030620" y="922457"/>
                </a:lnTo>
                <a:lnTo>
                  <a:pt x="1037388" y="930148"/>
                </a:lnTo>
                <a:lnTo>
                  <a:pt x="1433861" y="1294135"/>
                </a:lnTo>
                <a:lnTo>
                  <a:pt x="1434292" y="1301765"/>
                </a:lnTo>
                <a:lnTo>
                  <a:pt x="1287368" y="1466962"/>
                </a:lnTo>
                <a:lnTo>
                  <a:pt x="1279738" y="1467454"/>
                </a:lnTo>
                <a:lnTo>
                  <a:pt x="925472" y="1162347"/>
                </a:lnTo>
                <a:lnTo>
                  <a:pt x="931133" y="1593090"/>
                </a:lnTo>
                <a:lnTo>
                  <a:pt x="929902" y="1596289"/>
                </a:lnTo>
                <a:lnTo>
                  <a:pt x="925288" y="1601027"/>
                </a:lnTo>
                <a:lnTo>
                  <a:pt x="922150" y="1602319"/>
                </a:lnTo>
                <a:close/>
              </a:path>
            </a:pathLst>
          </a:custGeom>
          <a:solidFill>
            <a:srgbClr val="CFE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41" y="10712"/>
            <a:ext cx="1257299" cy="1257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5903" y="2240851"/>
            <a:ext cx="6115049" cy="30194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14334" y="2362573"/>
            <a:ext cx="5619749" cy="28955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11034" y="6517671"/>
            <a:ext cx="5743574" cy="31527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58782" y="6489627"/>
            <a:ext cx="5470869" cy="33051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736" y="2511852"/>
            <a:ext cx="5313504" cy="29717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7270" y="5719069"/>
            <a:ext cx="5381624" cy="214312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0764" y="7958523"/>
            <a:ext cx="5495924" cy="232847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876182" y="155655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35400" y="247078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14105" y="303472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44325" y="267286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609321" y="1319088"/>
            <a:ext cx="252476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20" dirty="0">
                <a:latin typeface="Tahoma"/>
                <a:cs typeface="Tahoma"/>
              </a:rPr>
              <a:t>LIVE</a:t>
            </a:r>
            <a:r>
              <a:rPr sz="2000" b="1" spc="-240" dirty="0">
                <a:latin typeface="Tahoma"/>
                <a:cs typeface="Tahoma"/>
              </a:rPr>
              <a:t> </a:t>
            </a:r>
            <a:r>
              <a:rPr sz="2000" b="1" spc="-105" dirty="0">
                <a:latin typeface="Tahoma"/>
                <a:cs typeface="Tahoma"/>
              </a:rPr>
              <a:t>MONITOR</a:t>
            </a:r>
            <a:r>
              <a:rPr sz="2000" b="1" spc="-235" dirty="0">
                <a:latin typeface="Tahoma"/>
                <a:cs typeface="Tahoma"/>
              </a:rPr>
              <a:t> </a:t>
            </a:r>
            <a:r>
              <a:rPr sz="2000" b="1" spc="-20" dirty="0">
                <a:latin typeface="Tahoma"/>
                <a:cs typeface="Tahoma"/>
              </a:rPr>
              <a:t>PAGE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68780" y="5865495"/>
            <a:ext cx="211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5" dirty="0">
                <a:latin typeface="Tahoma"/>
                <a:cs typeface="Tahoma"/>
              </a:rPr>
              <a:t>REPORT</a:t>
            </a:r>
            <a:r>
              <a:rPr sz="2400" b="1" spc="-30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PAGE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08018" y="1343278"/>
            <a:ext cx="1833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HOME</a:t>
            </a:r>
            <a:r>
              <a:rPr sz="2400" b="1" spc="-26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PAGE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071156" y="5865495"/>
            <a:ext cx="2310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5" dirty="0">
                <a:latin typeface="Tahoma"/>
                <a:cs typeface="Tahoma"/>
              </a:rPr>
              <a:t>SETTINGS</a:t>
            </a:r>
            <a:r>
              <a:rPr sz="2400" b="1" spc="-28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PAGE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792" y="674419"/>
            <a:ext cx="5600700" cy="174053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5650" b="1" spc="-150" dirty="0">
                <a:solidFill>
                  <a:srgbClr val="0F1B40"/>
                </a:solidFill>
                <a:latin typeface="Tahoma"/>
                <a:cs typeface="Tahoma"/>
              </a:rPr>
              <a:t>Implementation</a:t>
            </a:r>
            <a:endParaRPr sz="5650" dirty="0">
              <a:latin typeface="Tahoma"/>
              <a:cs typeface="Tahoma"/>
            </a:endParaRPr>
          </a:p>
          <a:p>
            <a:pPr marL="48260">
              <a:lnSpc>
                <a:spcPct val="100000"/>
              </a:lnSpc>
              <a:spcBef>
                <a:spcPts val="1140"/>
              </a:spcBef>
            </a:pPr>
            <a:r>
              <a:rPr sz="2400" b="1" spc="-135" dirty="0">
                <a:latin typeface="Tahoma"/>
                <a:cs typeface="Tahoma"/>
              </a:rPr>
              <a:t>ANALYTICS</a:t>
            </a:r>
            <a:r>
              <a:rPr sz="2400" b="1" spc="-29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PAGE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460785" y="628302"/>
              <a:ext cx="1665605" cy="589280"/>
            </a:xfrm>
            <a:custGeom>
              <a:avLst/>
              <a:gdLst/>
              <a:ahLst/>
              <a:cxnLst/>
              <a:rect l="l" t="t" r="r" b="b"/>
              <a:pathLst>
                <a:path w="1665604" h="589280">
                  <a:moveTo>
                    <a:pt x="137136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2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5" y="468373"/>
                  </a:lnTo>
                  <a:lnTo>
                    <a:pt x="32868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8" y="159141"/>
                  </a:lnTo>
                  <a:lnTo>
                    <a:pt x="56815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2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371364" y="0"/>
                  </a:lnTo>
                  <a:lnTo>
                    <a:pt x="1419128" y="3854"/>
                  </a:lnTo>
                  <a:lnTo>
                    <a:pt x="1464438" y="15012"/>
                  </a:lnTo>
                  <a:lnTo>
                    <a:pt x="1506688" y="32867"/>
                  </a:lnTo>
                  <a:lnTo>
                    <a:pt x="1545272" y="56814"/>
                  </a:lnTo>
                  <a:lnTo>
                    <a:pt x="1579583" y="86247"/>
                  </a:lnTo>
                  <a:lnTo>
                    <a:pt x="1609015" y="120558"/>
                  </a:lnTo>
                  <a:lnTo>
                    <a:pt x="1632962" y="159141"/>
                  </a:lnTo>
                  <a:lnTo>
                    <a:pt x="1650818" y="201391"/>
                  </a:lnTo>
                  <a:lnTo>
                    <a:pt x="1661976" y="246701"/>
                  </a:lnTo>
                  <a:lnTo>
                    <a:pt x="1665572" y="291269"/>
                  </a:lnTo>
                  <a:lnTo>
                    <a:pt x="1665572" y="297662"/>
                  </a:lnTo>
                  <a:lnTo>
                    <a:pt x="1661976" y="342229"/>
                  </a:lnTo>
                  <a:lnTo>
                    <a:pt x="1650818" y="387539"/>
                  </a:lnTo>
                  <a:lnTo>
                    <a:pt x="1632962" y="429789"/>
                  </a:lnTo>
                  <a:lnTo>
                    <a:pt x="1609015" y="468373"/>
                  </a:lnTo>
                  <a:lnTo>
                    <a:pt x="1579583" y="502684"/>
                  </a:lnTo>
                  <a:lnTo>
                    <a:pt x="1545272" y="532116"/>
                  </a:lnTo>
                  <a:lnTo>
                    <a:pt x="1506688" y="556063"/>
                  </a:lnTo>
                  <a:lnTo>
                    <a:pt x="1464438" y="573919"/>
                  </a:lnTo>
                  <a:lnTo>
                    <a:pt x="1419128" y="585077"/>
                  </a:lnTo>
                  <a:lnTo>
                    <a:pt x="137136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20012" y="283626"/>
            <a:ext cx="17515840" cy="10003790"/>
            <a:chOff x="420012" y="283626"/>
            <a:chExt cx="17515840" cy="10003790"/>
          </a:xfrm>
        </p:grpSpPr>
        <p:sp>
          <p:nvSpPr>
            <p:cNvPr id="9" name="object 9"/>
            <p:cNvSpPr/>
            <p:nvPr/>
          </p:nvSpPr>
          <p:spPr>
            <a:xfrm>
              <a:off x="420012" y="1980845"/>
              <a:ext cx="17515840" cy="3387090"/>
            </a:xfrm>
            <a:custGeom>
              <a:avLst/>
              <a:gdLst/>
              <a:ahLst/>
              <a:cxnLst/>
              <a:rect l="l" t="t" r="r" b="b"/>
              <a:pathLst>
                <a:path w="17515840" h="3387090">
                  <a:moveTo>
                    <a:pt x="17031945" y="3386703"/>
                  </a:moveTo>
                  <a:lnTo>
                    <a:pt x="485775" y="3386703"/>
                  </a:lnTo>
                  <a:lnTo>
                    <a:pt x="437762" y="3384326"/>
                  </a:lnTo>
                  <a:lnTo>
                    <a:pt x="390562" y="3377283"/>
                  </a:lnTo>
                  <a:lnTo>
                    <a:pt x="344494" y="3365706"/>
                  </a:lnTo>
                  <a:lnTo>
                    <a:pt x="299876" y="3349726"/>
                  </a:lnTo>
                  <a:lnTo>
                    <a:pt x="257028" y="3329476"/>
                  </a:lnTo>
                  <a:lnTo>
                    <a:pt x="216266" y="3305087"/>
                  </a:lnTo>
                  <a:lnTo>
                    <a:pt x="177911" y="3276692"/>
                  </a:lnTo>
                  <a:lnTo>
                    <a:pt x="142280" y="3244423"/>
                  </a:lnTo>
                  <a:lnTo>
                    <a:pt x="110010" y="3208792"/>
                  </a:lnTo>
                  <a:lnTo>
                    <a:pt x="81615" y="3170436"/>
                  </a:lnTo>
                  <a:lnTo>
                    <a:pt x="57227" y="3129675"/>
                  </a:lnTo>
                  <a:lnTo>
                    <a:pt x="36977" y="3086826"/>
                  </a:lnTo>
                  <a:lnTo>
                    <a:pt x="20997" y="3042208"/>
                  </a:lnTo>
                  <a:lnTo>
                    <a:pt x="9420" y="2996141"/>
                  </a:lnTo>
                  <a:lnTo>
                    <a:pt x="2377" y="2948941"/>
                  </a:lnTo>
                  <a:lnTo>
                    <a:pt x="0" y="2900928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17031945" y="0"/>
                  </a:lnTo>
                  <a:lnTo>
                    <a:pt x="17079958" y="2377"/>
                  </a:lnTo>
                  <a:lnTo>
                    <a:pt x="17127158" y="9420"/>
                  </a:lnTo>
                  <a:lnTo>
                    <a:pt x="17173225" y="20997"/>
                  </a:lnTo>
                  <a:lnTo>
                    <a:pt x="17217843" y="36977"/>
                  </a:lnTo>
                  <a:lnTo>
                    <a:pt x="17260692" y="57227"/>
                  </a:lnTo>
                  <a:lnTo>
                    <a:pt x="17301453" y="81615"/>
                  </a:lnTo>
                  <a:lnTo>
                    <a:pt x="17339808" y="110010"/>
                  </a:lnTo>
                  <a:lnTo>
                    <a:pt x="17375439" y="142280"/>
                  </a:lnTo>
                  <a:lnTo>
                    <a:pt x="17407708" y="177911"/>
                  </a:lnTo>
                  <a:lnTo>
                    <a:pt x="17436103" y="216266"/>
                  </a:lnTo>
                  <a:lnTo>
                    <a:pt x="17460491" y="257028"/>
                  </a:lnTo>
                  <a:lnTo>
                    <a:pt x="17480741" y="299877"/>
                  </a:lnTo>
                  <a:lnTo>
                    <a:pt x="17496721" y="344494"/>
                  </a:lnTo>
                  <a:lnTo>
                    <a:pt x="17508298" y="390562"/>
                  </a:lnTo>
                  <a:lnTo>
                    <a:pt x="17515341" y="437762"/>
                  </a:lnTo>
                  <a:lnTo>
                    <a:pt x="17515607" y="443124"/>
                  </a:lnTo>
                  <a:lnTo>
                    <a:pt x="17515607" y="2943578"/>
                  </a:lnTo>
                  <a:lnTo>
                    <a:pt x="17508298" y="2996141"/>
                  </a:lnTo>
                  <a:lnTo>
                    <a:pt x="17496721" y="3042208"/>
                  </a:lnTo>
                  <a:lnTo>
                    <a:pt x="17480741" y="3086826"/>
                  </a:lnTo>
                  <a:lnTo>
                    <a:pt x="17460491" y="3129675"/>
                  </a:lnTo>
                  <a:lnTo>
                    <a:pt x="17436103" y="3170436"/>
                  </a:lnTo>
                  <a:lnTo>
                    <a:pt x="17407708" y="3208792"/>
                  </a:lnTo>
                  <a:lnTo>
                    <a:pt x="17375439" y="3244423"/>
                  </a:lnTo>
                  <a:lnTo>
                    <a:pt x="17339808" y="3276692"/>
                  </a:lnTo>
                  <a:lnTo>
                    <a:pt x="17301453" y="3305087"/>
                  </a:lnTo>
                  <a:lnTo>
                    <a:pt x="17260692" y="3329476"/>
                  </a:lnTo>
                  <a:lnTo>
                    <a:pt x="17217843" y="3349726"/>
                  </a:lnTo>
                  <a:lnTo>
                    <a:pt x="17173225" y="3365706"/>
                  </a:lnTo>
                  <a:lnTo>
                    <a:pt x="17127158" y="3377283"/>
                  </a:lnTo>
                  <a:lnTo>
                    <a:pt x="17079958" y="3384326"/>
                  </a:lnTo>
                  <a:lnTo>
                    <a:pt x="17031945" y="3386703"/>
                  </a:lnTo>
                  <a:close/>
                </a:path>
              </a:pathLst>
            </a:custGeom>
            <a:solidFill>
              <a:srgbClr val="DBE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5826" y="1028700"/>
              <a:ext cx="4569916" cy="92582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887642" y="7886642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1371599"/>
                  </a:moveTo>
                  <a:lnTo>
                    <a:pt x="636822" y="1369878"/>
                  </a:lnTo>
                  <a:lnTo>
                    <a:pt x="588774" y="1364789"/>
                  </a:lnTo>
                  <a:lnTo>
                    <a:pt x="541772" y="1356450"/>
                  </a:lnTo>
                  <a:lnTo>
                    <a:pt x="495932" y="1344977"/>
                  </a:lnTo>
                  <a:lnTo>
                    <a:pt x="451369" y="1330486"/>
                  </a:lnTo>
                  <a:lnTo>
                    <a:pt x="408199" y="1313092"/>
                  </a:lnTo>
                  <a:lnTo>
                    <a:pt x="366540" y="1292912"/>
                  </a:lnTo>
                  <a:lnTo>
                    <a:pt x="326506" y="1270061"/>
                  </a:lnTo>
                  <a:lnTo>
                    <a:pt x="288214" y="1244657"/>
                  </a:lnTo>
                  <a:lnTo>
                    <a:pt x="251780" y="1216815"/>
                  </a:lnTo>
                  <a:lnTo>
                    <a:pt x="217319" y="1186650"/>
                  </a:lnTo>
                  <a:lnTo>
                    <a:pt x="184949" y="1154280"/>
                  </a:lnTo>
                  <a:lnTo>
                    <a:pt x="154784" y="1119819"/>
                  </a:lnTo>
                  <a:lnTo>
                    <a:pt x="126942" y="1083385"/>
                  </a:lnTo>
                  <a:lnTo>
                    <a:pt x="101537" y="1045093"/>
                  </a:lnTo>
                  <a:lnTo>
                    <a:pt x="78687" y="1005059"/>
                  </a:lnTo>
                  <a:lnTo>
                    <a:pt x="58507" y="963399"/>
                  </a:lnTo>
                  <a:lnTo>
                    <a:pt x="41113" y="920230"/>
                  </a:lnTo>
                  <a:lnTo>
                    <a:pt x="26622" y="875667"/>
                  </a:lnTo>
                  <a:lnTo>
                    <a:pt x="15149" y="829827"/>
                  </a:lnTo>
                  <a:lnTo>
                    <a:pt x="6810" y="782825"/>
                  </a:lnTo>
                  <a:lnTo>
                    <a:pt x="1721" y="734777"/>
                  </a:lnTo>
                  <a:lnTo>
                    <a:pt x="0" y="685799"/>
                  </a:lnTo>
                  <a:lnTo>
                    <a:pt x="1721" y="636822"/>
                  </a:lnTo>
                  <a:lnTo>
                    <a:pt x="6810" y="588774"/>
                  </a:lnTo>
                  <a:lnTo>
                    <a:pt x="15149" y="541772"/>
                  </a:lnTo>
                  <a:lnTo>
                    <a:pt x="26622" y="495932"/>
                  </a:lnTo>
                  <a:lnTo>
                    <a:pt x="41113" y="451369"/>
                  </a:lnTo>
                  <a:lnTo>
                    <a:pt x="58507" y="408199"/>
                  </a:lnTo>
                  <a:lnTo>
                    <a:pt x="78687" y="366540"/>
                  </a:lnTo>
                  <a:lnTo>
                    <a:pt x="101537" y="326506"/>
                  </a:lnTo>
                  <a:lnTo>
                    <a:pt x="126942" y="288214"/>
                  </a:lnTo>
                  <a:lnTo>
                    <a:pt x="154784" y="251780"/>
                  </a:lnTo>
                  <a:lnTo>
                    <a:pt x="184949" y="217319"/>
                  </a:lnTo>
                  <a:lnTo>
                    <a:pt x="217319" y="184949"/>
                  </a:lnTo>
                  <a:lnTo>
                    <a:pt x="251780" y="154784"/>
                  </a:lnTo>
                  <a:lnTo>
                    <a:pt x="288214" y="126942"/>
                  </a:lnTo>
                  <a:lnTo>
                    <a:pt x="326506" y="101537"/>
                  </a:lnTo>
                  <a:lnTo>
                    <a:pt x="366540" y="78687"/>
                  </a:lnTo>
                  <a:lnTo>
                    <a:pt x="408199" y="58507"/>
                  </a:lnTo>
                  <a:lnTo>
                    <a:pt x="451369" y="41113"/>
                  </a:lnTo>
                  <a:lnTo>
                    <a:pt x="495932" y="26622"/>
                  </a:lnTo>
                  <a:lnTo>
                    <a:pt x="541772" y="15149"/>
                  </a:lnTo>
                  <a:lnTo>
                    <a:pt x="588774" y="6810"/>
                  </a:lnTo>
                  <a:lnTo>
                    <a:pt x="636822" y="1721"/>
                  </a:lnTo>
                  <a:lnTo>
                    <a:pt x="685800" y="0"/>
                  </a:lnTo>
                  <a:lnTo>
                    <a:pt x="734777" y="1721"/>
                  </a:lnTo>
                  <a:lnTo>
                    <a:pt x="782825" y="6810"/>
                  </a:lnTo>
                  <a:lnTo>
                    <a:pt x="829827" y="15149"/>
                  </a:lnTo>
                  <a:lnTo>
                    <a:pt x="875667" y="26622"/>
                  </a:lnTo>
                  <a:lnTo>
                    <a:pt x="920230" y="41113"/>
                  </a:lnTo>
                  <a:lnTo>
                    <a:pt x="963399" y="58507"/>
                  </a:lnTo>
                  <a:lnTo>
                    <a:pt x="1005059" y="78687"/>
                  </a:lnTo>
                  <a:lnTo>
                    <a:pt x="1045093" y="101537"/>
                  </a:lnTo>
                  <a:lnTo>
                    <a:pt x="1083385" y="126942"/>
                  </a:lnTo>
                  <a:lnTo>
                    <a:pt x="1119819" y="154784"/>
                  </a:lnTo>
                  <a:lnTo>
                    <a:pt x="1154280" y="184949"/>
                  </a:lnTo>
                  <a:lnTo>
                    <a:pt x="1186650" y="217319"/>
                  </a:lnTo>
                  <a:lnTo>
                    <a:pt x="1216815" y="251780"/>
                  </a:lnTo>
                  <a:lnTo>
                    <a:pt x="1244657" y="288214"/>
                  </a:lnTo>
                  <a:lnTo>
                    <a:pt x="1270061" y="326506"/>
                  </a:lnTo>
                  <a:lnTo>
                    <a:pt x="1292912" y="366540"/>
                  </a:lnTo>
                  <a:lnTo>
                    <a:pt x="1313092" y="408199"/>
                  </a:lnTo>
                  <a:lnTo>
                    <a:pt x="1330486" y="451369"/>
                  </a:lnTo>
                  <a:lnTo>
                    <a:pt x="1344977" y="495932"/>
                  </a:lnTo>
                  <a:lnTo>
                    <a:pt x="1356450" y="541772"/>
                  </a:lnTo>
                  <a:lnTo>
                    <a:pt x="1364789" y="588774"/>
                  </a:lnTo>
                  <a:lnTo>
                    <a:pt x="1369878" y="636822"/>
                  </a:lnTo>
                  <a:lnTo>
                    <a:pt x="1371599" y="685800"/>
                  </a:lnTo>
                  <a:lnTo>
                    <a:pt x="1369878" y="734777"/>
                  </a:lnTo>
                  <a:lnTo>
                    <a:pt x="1364789" y="782825"/>
                  </a:lnTo>
                  <a:lnTo>
                    <a:pt x="1356450" y="829827"/>
                  </a:lnTo>
                  <a:lnTo>
                    <a:pt x="1344977" y="875667"/>
                  </a:lnTo>
                  <a:lnTo>
                    <a:pt x="1330486" y="920230"/>
                  </a:lnTo>
                  <a:lnTo>
                    <a:pt x="1313092" y="963399"/>
                  </a:lnTo>
                  <a:lnTo>
                    <a:pt x="1292912" y="1005059"/>
                  </a:lnTo>
                  <a:lnTo>
                    <a:pt x="1270061" y="1045093"/>
                  </a:lnTo>
                  <a:lnTo>
                    <a:pt x="1244657" y="1083385"/>
                  </a:lnTo>
                  <a:lnTo>
                    <a:pt x="1216815" y="1119819"/>
                  </a:lnTo>
                  <a:lnTo>
                    <a:pt x="1186650" y="1154280"/>
                  </a:lnTo>
                  <a:lnTo>
                    <a:pt x="1154280" y="1186650"/>
                  </a:lnTo>
                  <a:lnTo>
                    <a:pt x="1119819" y="1216815"/>
                  </a:lnTo>
                  <a:lnTo>
                    <a:pt x="1083385" y="1244657"/>
                  </a:lnTo>
                  <a:lnTo>
                    <a:pt x="1045093" y="1270061"/>
                  </a:lnTo>
                  <a:lnTo>
                    <a:pt x="1005059" y="1292912"/>
                  </a:lnTo>
                  <a:lnTo>
                    <a:pt x="963399" y="1313092"/>
                  </a:lnTo>
                  <a:lnTo>
                    <a:pt x="920230" y="1330486"/>
                  </a:lnTo>
                  <a:lnTo>
                    <a:pt x="875667" y="1344977"/>
                  </a:lnTo>
                  <a:lnTo>
                    <a:pt x="829827" y="1356450"/>
                  </a:lnTo>
                  <a:lnTo>
                    <a:pt x="782825" y="1364789"/>
                  </a:lnTo>
                  <a:lnTo>
                    <a:pt x="734777" y="1369878"/>
                  </a:lnTo>
                  <a:lnTo>
                    <a:pt x="685800" y="1371599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433878" y="8217769"/>
              <a:ext cx="392430" cy="709930"/>
            </a:xfrm>
            <a:custGeom>
              <a:avLst/>
              <a:gdLst/>
              <a:ahLst/>
              <a:cxnLst/>
              <a:rect l="l" t="t" r="r" b="b"/>
              <a:pathLst>
                <a:path w="392430" h="709929">
                  <a:moveTo>
                    <a:pt x="37529" y="709342"/>
                  </a:moveTo>
                  <a:lnTo>
                    <a:pt x="0" y="671813"/>
                  </a:lnTo>
                  <a:lnTo>
                    <a:pt x="317131" y="354674"/>
                  </a:lnTo>
                  <a:lnTo>
                    <a:pt x="0" y="37529"/>
                  </a:lnTo>
                  <a:lnTo>
                    <a:pt x="37529" y="0"/>
                  </a:lnTo>
                  <a:lnTo>
                    <a:pt x="392204" y="354674"/>
                  </a:lnTo>
                  <a:lnTo>
                    <a:pt x="37529" y="709342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34703" y="1330169"/>
              <a:ext cx="2771140" cy="2771140"/>
            </a:xfrm>
            <a:custGeom>
              <a:avLst/>
              <a:gdLst/>
              <a:ahLst/>
              <a:cxnLst/>
              <a:rect l="l" t="t" r="r" b="b"/>
              <a:pathLst>
                <a:path w="2771140" h="2771140">
                  <a:moveTo>
                    <a:pt x="1594596" y="2770754"/>
                  </a:moveTo>
                  <a:lnTo>
                    <a:pt x="1151794" y="2770754"/>
                  </a:lnTo>
                  <a:lnTo>
                    <a:pt x="1146368" y="2768413"/>
                  </a:lnTo>
                  <a:lnTo>
                    <a:pt x="1138282" y="2760327"/>
                  </a:lnTo>
                  <a:lnTo>
                    <a:pt x="1136048" y="2754795"/>
                  </a:lnTo>
                  <a:lnTo>
                    <a:pt x="1147219" y="1919409"/>
                  </a:lnTo>
                  <a:lnTo>
                    <a:pt x="586323" y="2524883"/>
                  </a:lnTo>
                  <a:lnTo>
                    <a:pt x="579621" y="2527011"/>
                  </a:lnTo>
                  <a:lnTo>
                    <a:pt x="568237" y="2525309"/>
                  </a:lnTo>
                  <a:lnTo>
                    <a:pt x="564407" y="2523500"/>
                  </a:lnTo>
                  <a:lnTo>
                    <a:pt x="559619" y="2518925"/>
                  </a:lnTo>
                  <a:lnTo>
                    <a:pt x="558342" y="2517436"/>
                  </a:lnTo>
                  <a:lnTo>
                    <a:pt x="557385" y="2515947"/>
                  </a:lnTo>
                  <a:lnTo>
                    <a:pt x="540189" y="2500134"/>
                  </a:lnTo>
                  <a:lnTo>
                    <a:pt x="239487" y="2213475"/>
                  </a:lnTo>
                  <a:lnTo>
                    <a:pt x="237146" y="2208156"/>
                  </a:lnTo>
                  <a:lnTo>
                    <a:pt x="236933" y="2196772"/>
                  </a:lnTo>
                  <a:lnTo>
                    <a:pt x="239168" y="2191240"/>
                  </a:lnTo>
                  <a:lnTo>
                    <a:pt x="827406" y="1592042"/>
                  </a:lnTo>
                  <a:lnTo>
                    <a:pt x="21171" y="1589489"/>
                  </a:lnTo>
                  <a:lnTo>
                    <a:pt x="12926" y="1587810"/>
                  </a:lnTo>
                  <a:lnTo>
                    <a:pt x="6197" y="1583238"/>
                  </a:lnTo>
                  <a:lnTo>
                    <a:pt x="1662" y="1576473"/>
                  </a:lnTo>
                  <a:lnTo>
                    <a:pt x="0" y="1568211"/>
                  </a:lnTo>
                  <a:lnTo>
                    <a:pt x="0" y="1226694"/>
                  </a:lnTo>
                  <a:lnTo>
                    <a:pt x="817831" y="1202862"/>
                  </a:lnTo>
                  <a:lnTo>
                    <a:pt x="247253" y="598345"/>
                  </a:lnTo>
                  <a:lnTo>
                    <a:pt x="243317" y="594622"/>
                  </a:lnTo>
                  <a:lnTo>
                    <a:pt x="240870" y="589408"/>
                  </a:lnTo>
                  <a:lnTo>
                    <a:pt x="240338" y="577493"/>
                  </a:lnTo>
                  <a:lnTo>
                    <a:pt x="242891" y="571428"/>
                  </a:lnTo>
                  <a:lnTo>
                    <a:pt x="580365" y="262680"/>
                  </a:lnTo>
                  <a:lnTo>
                    <a:pt x="586004" y="260552"/>
                  </a:lnTo>
                  <a:lnTo>
                    <a:pt x="597282" y="261297"/>
                  </a:lnTo>
                  <a:lnTo>
                    <a:pt x="602601" y="263850"/>
                  </a:lnTo>
                  <a:lnTo>
                    <a:pt x="1160944" y="894008"/>
                  </a:lnTo>
                  <a:lnTo>
                    <a:pt x="1172540" y="20959"/>
                  </a:lnTo>
                  <a:lnTo>
                    <a:pt x="1174279" y="12791"/>
                  </a:lnTo>
                  <a:lnTo>
                    <a:pt x="1178871" y="6130"/>
                  </a:lnTo>
                  <a:lnTo>
                    <a:pt x="1185617" y="1644"/>
                  </a:lnTo>
                  <a:lnTo>
                    <a:pt x="1193819" y="0"/>
                  </a:lnTo>
                  <a:lnTo>
                    <a:pt x="1552677" y="0"/>
                  </a:lnTo>
                  <a:lnTo>
                    <a:pt x="1584595" y="820917"/>
                  </a:lnTo>
                  <a:lnTo>
                    <a:pt x="1659175" y="744847"/>
                  </a:lnTo>
                  <a:lnTo>
                    <a:pt x="2214539" y="273000"/>
                  </a:lnTo>
                  <a:lnTo>
                    <a:pt x="2221842" y="268936"/>
                  </a:lnTo>
                  <a:lnTo>
                    <a:pt x="2229873" y="268013"/>
                  </a:lnTo>
                  <a:lnTo>
                    <a:pt x="2237684" y="270142"/>
                  </a:lnTo>
                  <a:lnTo>
                    <a:pt x="2244329" y="275234"/>
                  </a:lnTo>
                  <a:lnTo>
                    <a:pt x="2480625" y="545362"/>
                  </a:lnTo>
                  <a:lnTo>
                    <a:pt x="2484785" y="552605"/>
                  </a:lnTo>
                  <a:lnTo>
                    <a:pt x="2485824" y="560616"/>
                  </a:lnTo>
                  <a:lnTo>
                    <a:pt x="2483811" y="568448"/>
                  </a:lnTo>
                  <a:lnTo>
                    <a:pt x="2478816" y="575152"/>
                  </a:lnTo>
                  <a:lnTo>
                    <a:pt x="1947071" y="1054340"/>
                  </a:lnTo>
                  <a:lnTo>
                    <a:pt x="1918625" y="1085765"/>
                  </a:lnTo>
                  <a:lnTo>
                    <a:pt x="1813656" y="1199777"/>
                  </a:lnTo>
                  <a:lnTo>
                    <a:pt x="2755115" y="1196798"/>
                  </a:lnTo>
                  <a:lnTo>
                    <a:pt x="2760434" y="1199032"/>
                  </a:lnTo>
                  <a:lnTo>
                    <a:pt x="2768520" y="1207011"/>
                  </a:lnTo>
                  <a:lnTo>
                    <a:pt x="2770754" y="1212437"/>
                  </a:lnTo>
                  <a:lnTo>
                    <a:pt x="2770754" y="1582573"/>
                  </a:lnTo>
                  <a:lnTo>
                    <a:pt x="2768520" y="1587999"/>
                  </a:lnTo>
                  <a:lnTo>
                    <a:pt x="2764477" y="1592042"/>
                  </a:lnTo>
                  <a:lnTo>
                    <a:pt x="2760541" y="1595979"/>
                  </a:lnTo>
                  <a:lnTo>
                    <a:pt x="2755434" y="1598107"/>
                  </a:lnTo>
                  <a:lnTo>
                    <a:pt x="2749582" y="1598213"/>
                  </a:lnTo>
                  <a:lnTo>
                    <a:pt x="1782164" y="1595127"/>
                  </a:lnTo>
                  <a:lnTo>
                    <a:pt x="1793867" y="1608426"/>
                  </a:lnTo>
                  <a:lnTo>
                    <a:pt x="2470943" y="2229966"/>
                  </a:lnTo>
                  <a:lnTo>
                    <a:pt x="2475858" y="2236715"/>
                  </a:lnTo>
                  <a:lnTo>
                    <a:pt x="2477792" y="2244541"/>
                  </a:lnTo>
                  <a:lnTo>
                    <a:pt x="2476673" y="2252527"/>
                  </a:lnTo>
                  <a:lnTo>
                    <a:pt x="2472432" y="2259755"/>
                  </a:lnTo>
                  <a:lnTo>
                    <a:pt x="2233903" y="2527968"/>
                  </a:lnTo>
                  <a:lnTo>
                    <a:pt x="2227213" y="2533027"/>
                  </a:lnTo>
                  <a:lnTo>
                    <a:pt x="2219407" y="2535083"/>
                  </a:lnTo>
                  <a:lnTo>
                    <a:pt x="2211401" y="2534087"/>
                  </a:lnTo>
                  <a:lnTo>
                    <a:pt x="2204113" y="2529990"/>
                  </a:lnTo>
                  <a:lnTo>
                    <a:pt x="1600341" y="2009948"/>
                  </a:lnTo>
                  <a:lnTo>
                    <a:pt x="1610129" y="2754795"/>
                  </a:lnTo>
                  <a:lnTo>
                    <a:pt x="1608001" y="2760327"/>
                  </a:lnTo>
                  <a:lnTo>
                    <a:pt x="1600022" y="2768520"/>
                  </a:lnTo>
                  <a:lnTo>
                    <a:pt x="1594596" y="2770754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28788" y="4492093"/>
              <a:ext cx="3895090" cy="776605"/>
            </a:xfrm>
            <a:custGeom>
              <a:avLst/>
              <a:gdLst/>
              <a:ahLst/>
              <a:cxnLst/>
              <a:rect l="l" t="t" r="r" b="b"/>
              <a:pathLst>
                <a:path w="3895090" h="776604">
                  <a:moveTo>
                    <a:pt x="3506715" y="776477"/>
                  </a:moveTo>
                  <a:lnTo>
                    <a:pt x="388239" y="776477"/>
                  </a:lnTo>
                  <a:lnTo>
                    <a:pt x="337207" y="773110"/>
                  </a:lnTo>
                  <a:lnTo>
                    <a:pt x="287482" y="763176"/>
                  </a:lnTo>
                  <a:lnTo>
                    <a:pt x="239666" y="746924"/>
                  </a:lnTo>
                  <a:lnTo>
                    <a:pt x="194363" y="724605"/>
                  </a:lnTo>
                  <a:lnTo>
                    <a:pt x="152178" y="696468"/>
                  </a:lnTo>
                  <a:lnTo>
                    <a:pt x="113712" y="662764"/>
                  </a:lnTo>
                  <a:lnTo>
                    <a:pt x="80008" y="624299"/>
                  </a:lnTo>
                  <a:lnTo>
                    <a:pt x="51872" y="582113"/>
                  </a:lnTo>
                  <a:lnTo>
                    <a:pt x="29553" y="536811"/>
                  </a:lnTo>
                  <a:lnTo>
                    <a:pt x="13301" y="488995"/>
                  </a:lnTo>
                  <a:lnTo>
                    <a:pt x="3367" y="439270"/>
                  </a:lnTo>
                  <a:lnTo>
                    <a:pt x="0" y="388238"/>
                  </a:lnTo>
                  <a:lnTo>
                    <a:pt x="3367" y="337207"/>
                  </a:lnTo>
                  <a:lnTo>
                    <a:pt x="13301" y="287481"/>
                  </a:lnTo>
                  <a:lnTo>
                    <a:pt x="29553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2" y="113712"/>
                  </a:lnTo>
                  <a:lnTo>
                    <a:pt x="152178" y="80008"/>
                  </a:lnTo>
                  <a:lnTo>
                    <a:pt x="194363" y="51872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9" y="0"/>
                  </a:lnTo>
                  <a:lnTo>
                    <a:pt x="3506715" y="0"/>
                  </a:lnTo>
                  <a:lnTo>
                    <a:pt x="3557746" y="3367"/>
                  </a:lnTo>
                  <a:lnTo>
                    <a:pt x="3607471" y="13301"/>
                  </a:lnTo>
                  <a:lnTo>
                    <a:pt x="3655287" y="29552"/>
                  </a:lnTo>
                  <a:lnTo>
                    <a:pt x="3700589" y="51872"/>
                  </a:lnTo>
                  <a:lnTo>
                    <a:pt x="3742775" y="80008"/>
                  </a:lnTo>
                  <a:lnTo>
                    <a:pt x="3781240" y="113712"/>
                  </a:lnTo>
                  <a:lnTo>
                    <a:pt x="3814944" y="152178"/>
                  </a:lnTo>
                  <a:lnTo>
                    <a:pt x="3843081" y="194363"/>
                  </a:lnTo>
                  <a:lnTo>
                    <a:pt x="3865400" y="239666"/>
                  </a:lnTo>
                  <a:lnTo>
                    <a:pt x="3881652" y="287481"/>
                  </a:lnTo>
                  <a:lnTo>
                    <a:pt x="3891586" y="337207"/>
                  </a:lnTo>
                  <a:lnTo>
                    <a:pt x="3894519" y="381658"/>
                  </a:lnTo>
                  <a:lnTo>
                    <a:pt x="3894519" y="394818"/>
                  </a:lnTo>
                  <a:lnTo>
                    <a:pt x="3891586" y="439270"/>
                  </a:lnTo>
                  <a:lnTo>
                    <a:pt x="3881652" y="488995"/>
                  </a:lnTo>
                  <a:lnTo>
                    <a:pt x="3865400" y="536811"/>
                  </a:lnTo>
                  <a:lnTo>
                    <a:pt x="3843081" y="582113"/>
                  </a:lnTo>
                  <a:lnTo>
                    <a:pt x="3814944" y="624299"/>
                  </a:lnTo>
                  <a:lnTo>
                    <a:pt x="3781240" y="662764"/>
                  </a:lnTo>
                  <a:lnTo>
                    <a:pt x="3742775" y="696468"/>
                  </a:lnTo>
                  <a:lnTo>
                    <a:pt x="3700589" y="724605"/>
                  </a:lnTo>
                  <a:lnTo>
                    <a:pt x="3655287" y="746924"/>
                  </a:lnTo>
                  <a:lnTo>
                    <a:pt x="3607471" y="763176"/>
                  </a:lnTo>
                  <a:lnTo>
                    <a:pt x="3557746" y="773110"/>
                  </a:lnTo>
                  <a:lnTo>
                    <a:pt x="3506715" y="776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594834" y="4562305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290597" y="581194"/>
                  </a:move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3" y="496080"/>
                  </a:lnTo>
                  <a:lnTo>
                    <a:pt x="56068" y="462220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lnTo>
                    <a:pt x="3803" y="243460"/>
                  </a:lnTo>
                  <a:lnTo>
                    <a:pt x="14814" y="198746"/>
                  </a:lnTo>
                  <a:lnTo>
                    <a:pt x="32435" y="157051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0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00" y="283626"/>
              <a:ext cx="1257299" cy="1257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6885" y="5653299"/>
              <a:ext cx="3781425" cy="4286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80266" y="736893"/>
            <a:ext cx="12268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55" dirty="0">
                <a:solidFill>
                  <a:srgbClr val="F4F4F4"/>
                </a:solidFill>
                <a:latin typeface="Tahoma"/>
                <a:cs typeface="Tahoma"/>
              </a:rPr>
              <a:t>CONTENT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95988" y="734680"/>
            <a:ext cx="102298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OTHERS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1135" y="2359912"/>
            <a:ext cx="7597669" cy="3746500"/>
          </a:xfrm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 marR="5080">
              <a:lnSpc>
                <a:spcPct val="74600"/>
              </a:lnSpc>
              <a:spcBef>
                <a:spcPts val="2495"/>
              </a:spcBef>
            </a:pPr>
            <a:r>
              <a:rPr sz="7750" b="1" spc="-110" dirty="0">
                <a:solidFill>
                  <a:srgbClr val="0F1B40"/>
                </a:solidFill>
                <a:latin typeface="Tahoma"/>
                <a:cs typeface="Tahoma"/>
              </a:rPr>
              <a:t>P</a:t>
            </a:r>
            <a:r>
              <a:rPr sz="7750" b="1" spc="-55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7750" b="1" spc="-85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7750" b="1" spc="-130" dirty="0">
                <a:solidFill>
                  <a:srgbClr val="0F1B40"/>
                </a:solidFill>
                <a:latin typeface="Tahoma"/>
                <a:cs typeface="Tahoma"/>
              </a:rPr>
              <a:t>f</a:t>
            </a:r>
            <a:r>
              <a:rPr sz="7750" b="1" spc="-5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7750" b="1" spc="-114" dirty="0">
                <a:solidFill>
                  <a:srgbClr val="0F1B40"/>
                </a:solidFill>
                <a:latin typeface="Tahoma"/>
                <a:cs typeface="Tahoma"/>
              </a:rPr>
              <a:t>r</a:t>
            </a:r>
            <a:r>
              <a:rPr sz="7750" b="1" spc="-40" dirty="0">
                <a:solidFill>
                  <a:srgbClr val="0F1B40"/>
                </a:solidFill>
                <a:latin typeface="Tahoma"/>
                <a:cs typeface="Tahoma"/>
              </a:rPr>
              <a:t>m</a:t>
            </a:r>
            <a:r>
              <a:rPr sz="7750" b="1" spc="-70" dirty="0">
                <a:solidFill>
                  <a:srgbClr val="0F1B40"/>
                </a:solidFill>
                <a:latin typeface="Tahoma"/>
                <a:cs typeface="Tahoma"/>
              </a:rPr>
              <a:t>a</a:t>
            </a:r>
            <a:r>
              <a:rPr sz="7750" b="1" spc="-5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r>
              <a:rPr sz="7750" b="1" spc="-85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7750" b="1" spc="375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7750" b="1" spc="-35" dirty="0">
                <a:solidFill>
                  <a:srgbClr val="0F1B40"/>
                </a:solidFill>
                <a:latin typeface="Tahoma"/>
                <a:cs typeface="Tahoma"/>
              </a:rPr>
              <a:t> </a:t>
            </a:r>
            <a:r>
              <a:rPr sz="7750" b="1" spc="-210" dirty="0">
                <a:solidFill>
                  <a:srgbClr val="0F1B40"/>
                </a:solidFill>
                <a:latin typeface="Tahoma"/>
                <a:cs typeface="Tahoma"/>
              </a:rPr>
              <a:t>A</a:t>
            </a:r>
            <a:r>
              <a:rPr sz="7750" b="1" spc="-200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7750" b="1" spc="-190" dirty="0">
                <a:solidFill>
                  <a:srgbClr val="0F1B40"/>
                </a:solidFill>
                <a:latin typeface="Tahoma"/>
                <a:cs typeface="Tahoma"/>
              </a:rPr>
              <a:t>h</a:t>
            </a:r>
            <a:r>
              <a:rPr sz="7750" b="1" spc="-220" dirty="0">
                <a:solidFill>
                  <a:srgbClr val="0F1B40"/>
                </a:solidFill>
                <a:latin typeface="Tahoma"/>
                <a:cs typeface="Tahoma"/>
              </a:rPr>
              <a:t>i</a:t>
            </a:r>
            <a:r>
              <a:rPr sz="7750" b="1" spc="-265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7750" b="1" spc="-320" dirty="0">
                <a:solidFill>
                  <a:srgbClr val="0F1B40"/>
                </a:solidFill>
                <a:latin typeface="Tahoma"/>
                <a:cs typeface="Tahoma"/>
              </a:rPr>
              <a:t>v</a:t>
            </a:r>
            <a:r>
              <a:rPr sz="7750" b="1" spc="-195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7750" b="1" spc="-140" dirty="0">
                <a:solidFill>
                  <a:srgbClr val="0F1B40"/>
                </a:solidFill>
                <a:latin typeface="Tahoma"/>
                <a:cs typeface="Tahoma"/>
              </a:rPr>
              <a:t>m</a:t>
            </a:r>
            <a:r>
              <a:rPr sz="7750" b="1" spc="-195" dirty="0">
                <a:solidFill>
                  <a:srgbClr val="0F1B40"/>
                </a:solidFill>
                <a:latin typeface="Tahoma"/>
                <a:cs typeface="Tahoma"/>
              </a:rPr>
              <a:t>e</a:t>
            </a:r>
            <a:r>
              <a:rPr sz="7750" b="1" spc="-190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r>
              <a:rPr sz="7750" b="1" spc="-200" dirty="0">
                <a:solidFill>
                  <a:srgbClr val="0F1B40"/>
                </a:solidFill>
                <a:latin typeface="Tahoma"/>
                <a:cs typeface="Tahoma"/>
              </a:rPr>
              <a:t>t</a:t>
            </a:r>
            <a:r>
              <a:rPr sz="7750" b="1" spc="-210" dirty="0">
                <a:solidFill>
                  <a:srgbClr val="0F1B40"/>
                </a:solidFill>
                <a:latin typeface="Tahoma"/>
                <a:cs typeface="Tahoma"/>
              </a:rPr>
              <a:t>s</a:t>
            </a:r>
            <a:r>
              <a:rPr sz="7750" b="1" spc="235" dirty="0">
                <a:solidFill>
                  <a:srgbClr val="0F1B40"/>
                </a:solidFill>
                <a:latin typeface="Tahoma"/>
                <a:cs typeface="Tahoma"/>
              </a:rPr>
              <a:t>:</a:t>
            </a:r>
            <a:endParaRPr sz="7750" dirty="0">
              <a:latin typeface="Tahoma"/>
              <a:cs typeface="Tahoma"/>
            </a:endParaRPr>
          </a:p>
          <a:p>
            <a:pPr marL="12700" marR="27305">
              <a:lnSpc>
                <a:spcPct val="103000"/>
              </a:lnSpc>
              <a:spcBef>
                <a:spcPts val="7830"/>
              </a:spcBef>
            </a:pPr>
            <a:r>
              <a:rPr sz="2100" spc="-160" dirty="0">
                <a:latin typeface="Verdana"/>
                <a:cs typeface="Verdana"/>
              </a:rPr>
              <a:t>Real-</a:t>
            </a:r>
            <a:r>
              <a:rPr sz="2100" spc="-35" dirty="0">
                <a:latin typeface="Verdana"/>
                <a:cs typeface="Verdana"/>
              </a:rPr>
              <a:t>time</a:t>
            </a:r>
            <a:r>
              <a:rPr sz="2100" spc="-295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detection</a:t>
            </a:r>
            <a:r>
              <a:rPr sz="2100" spc="-290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achieved</a:t>
            </a:r>
            <a:r>
              <a:rPr sz="2100" spc="-290" dirty="0">
                <a:latin typeface="Verdana"/>
                <a:cs typeface="Verdana"/>
              </a:rPr>
              <a:t> </a:t>
            </a:r>
            <a:r>
              <a:rPr sz="2100" spc="-65" dirty="0">
                <a:latin typeface="Verdana"/>
                <a:cs typeface="Verdana"/>
              </a:rPr>
              <a:t>at</a:t>
            </a:r>
            <a:r>
              <a:rPr sz="2100" spc="-290" dirty="0">
                <a:latin typeface="Verdana"/>
                <a:cs typeface="Verdana"/>
              </a:rPr>
              <a:t> </a:t>
            </a:r>
            <a:r>
              <a:rPr sz="2100" spc="-365" dirty="0">
                <a:latin typeface="Verdana"/>
                <a:cs typeface="Verdana"/>
              </a:rPr>
              <a:t>15–25</a:t>
            </a:r>
            <a:r>
              <a:rPr sz="2100" spc="-29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FPS</a:t>
            </a:r>
            <a:r>
              <a:rPr sz="2100" spc="-290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(depending</a:t>
            </a:r>
            <a:r>
              <a:rPr sz="2100" spc="-29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on </a:t>
            </a:r>
            <a:r>
              <a:rPr sz="2100" spc="-40" dirty="0">
                <a:latin typeface="Verdana"/>
                <a:cs typeface="Verdana"/>
              </a:rPr>
              <a:t>camera).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1136" y="6413991"/>
            <a:ext cx="5894705" cy="3648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latin typeface="Verdana"/>
                <a:cs typeface="Verdana"/>
              </a:rPr>
              <a:t>High</a:t>
            </a:r>
            <a:r>
              <a:rPr sz="2100" spc="-425" dirty="0">
                <a:latin typeface="Verdana"/>
                <a:cs typeface="Verdana"/>
              </a:rPr>
              <a:t> </a:t>
            </a:r>
            <a:r>
              <a:rPr sz="2100" spc="-105" dirty="0">
                <a:latin typeface="Verdana"/>
                <a:cs typeface="Verdana"/>
              </a:rPr>
              <a:t>accuracy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55" dirty="0">
                <a:latin typeface="Verdana"/>
                <a:cs typeface="Verdana"/>
              </a:rPr>
              <a:t>using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35" dirty="0">
                <a:latin typeface="Verdana"/>
                <a:cs typeface="Verdana"/>
              </a:rPr>
              <a:t>the</a:t>
            </a:r>
            <a:r>
              <a:rPr sz="2100" spc="-425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YOLOv8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model.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spc="-114" dirty="0">
                <a:latin typeface="Verdana"/>
                <a:cs typeface="Verdana"/>
              </a:rPr>
              <a:t>Stable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10" dirty="0">
                <a:latin typeface="Verdana"/>
                <a:cs typeface="Verdana"/>
              </a:rPr>
              <a:t>violation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logging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14" dirty="0">
                <a:latin typeface="Verdana"/>
                <a:cs typeface="Verdana"/>
              </a:rPr>
              <a:t>&amp;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80" dirty="0">
                <a:latin typeface="Verdana"/>
                <a:cs typeface="Verdana"/>
              </a:rPr>
              <a:t>PDF</a:t>
            </a:r>
            <a:r>
              <a:rPr sz="2100" spc="-42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generation.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100">
              <a:latin typeface="Verdana"/>
              <a:cs typeface="Verdana"/>
            </a:endParaRPr>
          </a:p>
          <a:p>
            <a:pPr marL="12700">
              <a:lnSpc>
                <a:spcPts val="2510"/>
              </a:lnSpc>
            </a:pPr>
            <a:r>
              <a:rPr sz="2100" spc="-105" dirty="0">
                <a:latin typeface="Verdana"/>
                <a:cs typeface="Verdana"/>
              </a:rPr>
              <a:t>Analytics</a:t>
            </a:r>
            <a:r>
              <a:rPr sz="2100" spc="-395" dirty="0">
                <a:latin typeface="Verdana"/>
                <a:cs typeface="Verdana"/>
              </a:rPr>
              <a:t> </a:t>
            </a:r>
            <a:r>
              <a:rPr sz="2100" spc="-85" dirty="0">
                <a:latin typeface="Verdana"/>
                <a:cs typeface="Verdana"/>
              </a:rPr>
              <a:t>dashboard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114" dirty="0">
                <a:latin typeface="Verdana"/>
                <a:cs typeface="Verdana"/>
              </a:rPr>
              <a:t>provides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85" dirty="0">
                <a:latin typeface="Verdana"/>
                <a:cs typeface="Verdana"/>
              </a:rPr>
              <a:t>actionable</a:t>
            </a:r>
            <a:r>
              <a:rPr sz="2100" spc="-390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insights.</a:t>
            </a:r>
            <a:endParaRPr sz="2100">
              <a:latin typeface="Verdana"/>
              <a:cs typeface="Verdana"/>
            </a:endParaRPr>
          </a:p>
          <a:p>
            <a:pPr marL="920750">
              <a:lnSpc>
                <a:spcPts val="2615"/>
              </a:lnSpc>
              <a:tabLst>
                <a:tab pos="2914650" algn="l"/>
              </a:tabLst>
            </a:pPr>
            <a:r>
              <a:rPr sz="2300" b="1" spc="-20" dirty="0">
                <a:solidFill>
                  <a:srgbClr val="F4F4F4"/>
                </a:solidFill>
                <a:latin typeface="Verdana"/>
                <a:cs typeface="Verdana"/>
              </a:rPr>
              <a:t>PLAN</a:t>
            </a:r>
            <a:r>
              <a:rPr sz="2300" b="1" dirty="0">
                <a:solidFill>
                  <a:srgbClr val="F4F4F4"/>
                </a:solidFill>
                <a:latin typeface="Verdana"/>
                <a:cs typeface="Verdana"/>
              </a:rPr>
              <a:t>	</a:t>
            </a:r>
            <a:r>
              <a:rPr sz="2300" b="1" spc="-380" dirty="0">
                <a:solidFill>
                  <a:srgbClr val="F4F4F4"/>
                </a:solidFill>
                <a:latin typeface="Verdana"/>
                <a:cs typeface="Verdana"/>
              </a:rPr>
              <a:t>WISELY.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ts val="2625"/>
              </a:lnSpc>
            </a:pPr>
            <a:r>
              <a:rPr sz="2100" spc="-120" dirty="0">
                <a:latin typeface="Verdana"/>
                <a:cs typeface="Verdana"/>
              </a:rPr>
              <a:t>Key</a:t>
            </a:r>
            <a:r>
              <a:rPr sz="2100" spc="-434" dirty="0">
                <a:latin typeface="Verdana"/>
                <a:cs typeface="Verdana"/>
              </a:rPr>
              <a:t> </a:t>
            </a:r>
            <a:r>
              <a:rPr sz="2100" spc="-155" dirty="0">
                <a:latin typeface="Verdana"/>
                <a:cs typeface="Verdana"/>
              </a:rPr>
              <a:t>Ob</a:t>
            </a:r>
            <a:r>
              <a:rPr sz="2100" spc="-840" dirty="0">
                <a:latin typeface="Verdana"/>
                <a:cs typeface="Verdana"/>
              </a:rPr>
              <a:t>s</a:t>
            </a:r>
            <a:r>
              <a:rPr sz="2300" b="1" spc="-965" dirty="0">
                <a:solidFill>
                  <a:srgbClr val="F4F4F4"/>
                </a:solidFill>
                <a:latin typeface="Verdana"/>
                <a:cs typeface="Verdana"/>
              </a:rPr>
              <a:t>E</a:t>
            </a:r>
            <a:r>
              <a:rPr sz="2100" spc="-580" dirty="0">
                <a:latin typeface="Verdana"/>
                <a:cs typeface="Verdana"/>
              </a:rPr>
              <a:t>e</a:t>
            </a:r>
            <a:r>
              <a:rPr sz="2300" b="1" spc="-1320" dirty="0">
                <a:solidFill>
                  <a:srgbClr val="F4F4F4"/>
                </a:solidFill>
                <a:latin typeface="Verdana"/>
                <a:cs typeface="Verdana"/>
              </a:rPr>
              <a:t>X</a:t>
            </a:r>
            <a:r>
              <a:rPr sz="2100" spc="-140" dirty="0">
                <a:latin typeface="Verdana"/>
                <a:cs typeface="Verdana"/>
              </a:rPr>
              <a:t>r</a:t>
            </a:r>
            <a:r>
              <a:rPr sz="2100" spc="-1065" dirty="0">
                <a:latin typeface="Verdana"/>
                <a:cs typeface="Verdana"/>
              </a:rPr>
              <a:t>v</a:t>
            </a:r>
            <a:r>
              <a:rPr sz="2300" b="1" spc="-800" dirty="0">
                <a:solidFill>
                  <a:srgbClr val="F4F4F4"/>
                </a:solidFill>
                <a:latin typeface="Verdana"/>
                <a:cs typeface="Verdana"/>
              </a:rPr>
              <a:t>E</a:t>
            </a:r>
            <a:r>
              <a:rPr sz="2100" spc="-720" dirty="0">
                <a:latin typeface="Verdana"/>
                <a:cs typeface="Verdana"/>
              </a:rPr>
              <a:t>a</a:t>
            </a:r>
            <a:r>
              <a:rPr sz="2300" b="1" spc="-1155" dirty="0">
                <a:solidFill>
                  <a:srgbClr val="F4F4F4"/>
                </a:solidFill>
                <a:latin typeface="Verdana"/>
                <a:cs typeface="Verdana"/>
              </a:rPr>
              <a:t>C</a:t>
            </a:r>
            <a:r>
              <a:rPr sz="2100" spc="-160" dirty="0">
                <a:latin typeface="Verdana"/>
                <a:cs typeface="Verdana"/>
              </a:rPr>
              <a:t>t</a:t>
            </a:r>
            <a:r>
              <a:rPr sz="2100" spc="-380" dirty="0">
                <a:latin typeface="Verdana"/>
                <a:cs typeface="Verdana"/>
              </a:rPr>
              <a:t>i</a:t>
            </a:r>
            <a:r>
              <a:rPr sz="2300" b="1" spc="-1675" dirty="0">
                <a:solidFill>
                  <a:srgbClr val="F4F4F4"/>
                </a:solidFill>
                <a:latin typeface="Verdana"/>
                <a:cs typeface="Verdana"/>
              </a:rPr>
              <a:t>U</a:t>
            </a:r>
            <a:r>
              <a:rPr sz="2100" spc="-160" dirty="0">
                <a:latin typeface="Verdana"/>
                <a:cs typeface="Verdana"/>
              </a:rPr>
              <a:t>o</a:t>
            </a:r>
            <a:r>
              <a:rPr sz="2100" spc="-1175" dirty="0">
                <a:latin typeface="Verdana"/>
                <a:cs typeface="Verdana"/>
              </a:rPr>
              <a:t>n</a:t>
            </a:r>
            <a:r>
              <a:rPr sz="2300" b="1" spc="-340" dirty="0">
                <a:solidFill>
                  <a:srgbClr val="F4F4F4"/>
                </a:solidFill>
                <a:latin typeface="Verdana"/>
                <a:cs typeface="Verdana"/>
              </a:rPr>
              <a:t>T</a:t>
            </a:r>
            <a:r>
              <a:rPr sz="2100" spc="-1015" dirty="0">
                <a:latin typeface="Verdana"/>
                <a:cs typeface="Verdana"/>
              </a:rPr>
              <a:t>s</a:t>
            </a:r>
            <a:r>
              <a:rPr sz="2300" b="1" spc="-795" dirty="0">
                <a:solidFill>
                  <a:srgbClr val="F4F4F4"/>
                </a:solidFill>
                <a:latin typeface="Verdana"/>
                <a:cs typeface="Verdana"/>
              </a:rPr>
              <a:t>E</a:t>
            </a:r>
            <a:r>
              <a:rPr sz="2100" spc="-25" dirty="0">
                <a:latin typeface="Verdana"/>
                <a:cs typeface="Verdana"/>
              </a:rPr>
              <a:t>:</a:t>
            </a:r>
            <a:r>
              <a:rPr sz="2100" spc="-100" dirty="0">
                <a:latin typeface="Verdana"/>
                <a:cs typeface="Verdana"/>
              </a:rPr>
              <a:t> </a:t>
            </a:r>
            <a:r>
              <a:rPr sz="2300" b="1" spc="-330" dirty="0">
                <a:solidFill>
                  <a:srgbClr val="F4F4F4"/>
                </a:solidFill>
                <a:latin typeface="Verdana"/>
                <a:cs typeface="Verdana"/>
              </a:rPr>
              <a:t>SMARTLY.</a:t>
            </a:r>
            <a:endParaRPr sz="2300">
              <a:latin typeface="Verdana"/>
              <a:cs typeface="Verdana"/>
            </a:endParaRPr>
          </a:p>
          <a:p>
            <a:pPr marL="12700" marR="711835">
              <a:lnSpc>
                <a:spcPts val="5190"/>
              </a:lnSpc>
              <a:spcBef>
                <a:spcPts val="380"/>
              </a:spcBef>
            </a:pPr>
            <a:r>
              <a:rPr sz="2100" spc="-60" dirty="0">
                <a:latin typeface="Verdana"/>
                <a:cs typeface="Verdana"/>
              </a:rPr>
              <a:t>Email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alerts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help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70" dirty="0">
                <a:latin typeface="Verdana"/>
                <a:cs typeface="Verdana"/>
              </a:rPr>
              <a:t>reduce</a:t>
            </a:r>
            <a:r>
              <a:rPr sz="2100" spc="-405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reporting</a:t>
            </a:r>
            <a:r>
              <a:rPr sz="2100" spc="-409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delay. </a:t>
            </a:r>
            <a:r>
              <a:rPr sz="2100" spc="-55" dirty="0">
                <a:latin typeface="Verdana"/>
                <a:cs typeface="Verdana"/>
              </a:rPr>
              <a:t>Cooldown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60" dirty="0">
                <a:latin typeface="Verdana"/>
                <a:cs typeface="Verdana"/>
              </a:rPr>
              <a:t>logic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25" dirty="0">
                <a:latin typeface="Verdana"/>
                <a:cs typeface="Verdana"/>
              </a:rPr>
              <a:t>avoids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repeated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spam</a:t>
            </a:r>
            <a:r>
              <a:rPr sz="2100" spc="-415" dirty="0">
                <a:latin typeface="Verdana"/>
                <a:cs typeface="Verdana"/>
              </a:rPr>
              <a:t> </a:t>
            </a:r>
            <a:r>
              <a:rPr sz="2100" spc="-110" dirty="0">
                <a:latin typeface="Verdana"/>
                <a:cs typeface="Verdana"/>
              </a:rPr>
              <a:t>logs.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12596" y="4606745"/>
            <a:ext cx="2506980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50" b="1" spc="-45" dirty="0">
                <a:solidFill>
                  <a:srgbClr val="8FA3C1"/>
                </a:solidFill>
                <a:latin typeface="Tahoma"/>
                <a:cs typeface="Tahoma"/>
              </a:rPr>
              <a:t>CHALLAN</a:t>
            </a:r>
            <a:r>
              <a:rPr sz="2850" b="1" spc="-380" dirty="0">
                <a:solidFill>
                  <a:srgbClr val="8FA3C1"/>
                </a:solidFill>
                <a:latin typeface="Tahoma"/>
                <a:cs typeface="Tahoma"/>
              </a:rPr>
              <a:t> </a:t>
            </a:r>
            <a:r>
              <a:rPr sz="2850" b="1" spc="-25" dirty="0">
                <a:solidFill>
                  <a:srgbClr val="8FA3C1"/>
                </a:solidFill>
                <a:latin typeface="Tahoma"/>
                <a:cs typeface="Tahoma"/>
              </a:rPr>
              <a:t>PDF</a:t>
            </a:r>
            <a:endParaRPr sz="285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71274" y="477371"/>
            <a:ext cx="9544050" cy="890905"/>
            <a:chOff x="4371274" y="477371"/>
            <a:chExt cx="9544050" cy="890905"/>
          </a:xfrm>
        </p:grpSpPr>
        <p:sp>
          <p:nvSpPr>
            <p:cNvPr id="3" name="object 3"/>
            <p:cNvSpPr/>
            <p:nvPr/>
          </p:nvSpPr>
          <p:spPr>
            <a:xfrm>
              <a:off x="4409374" y="515471"/>
              <a:ext cx="9467850" cy="814705"/>
            </a:xfrm>
            <a:custGeom>
              <a:avLst/>
              <a:gdLst/>
              <a:ahLst/>
              <a:cxnLst/>
              <a:rect l="l" t="t" r="r" b="b"/>
              <a:pathLst>
                <a:path w="9467850" h="814705">
                  <a:moveTo>
                    <a:pt x="9467556" y="435703"/>
                  </a:moveTo>
                  <a:lnTo>
                    <a:pt x="9458439" y="500650"/>
                  </a:lnTo>
                  <a:lnTo>
                    <a:pt x="9445453" y="544622"/>
                  </a:lnTo>
                  <a:lnTo>
                    <a:pt x="9427801" y="586374"/>
                  </a:lnTo>
                  <a:lnTo>
                    <a:pt x="9405789" y="625599"/>
                  </a:lnTo>
                  <a:lnTo>
                    <a:pt x="9379724" y="661993"/>
                  </a:lnTo>
                  <a:lnTo>
                    <a:pt x="9349910" y="695250"/>
                  </a:lnTo>
                  <a:lnTo>
                    <a:pt x="9316653" y="725063"/>
                  </a:lnTo>
                  <a:lnTo>
                    <a:pt x="9280260" y="751129"/>
                  </a:lnTo>
                  <a:lnTo>
                    <a:pt x="9241034" y="773141"/>
                  </a:lnTo>
                  <a:lnTo>
                    <a:pt x="9199283" y="790793"/>
                  </a:lnTo>
                  <a:lnTo>
                    <a:pt x="9155311" y="803780"/>
                  </a:lnTo>
                  <a:lnTo>
                    <a:pt x="9109424" y="811796"/>
                  </a:lnTo>
                  <a:lnTo>
                    <a:pt x="9061928" y="814536"/>
                  </a:lnTo>
                  <a:lnTo>
                    <a:pt x="407268" y="814536"/>
                  </a:lnTo>
                  <a:lnTo>
                    <a:pt x="359772" y="811796"/>
                  </a:lnTo>
                  <a:lnTo>
                    <a:pt x="313885" y="803780"/>
                  </a:lnTo>
                  <a:lnTo>
                    <a:pt x="269913" y="790793"/>
                  </a:lnTo>
                  <a:lnTo>
                    <a:pt x="228161" y="773141"/>
                  </a:lnTo>
                  <a:lnTo>
                    <a:pt x="188936" y="751129"/>
                  </a:lnTo>
                  <a:lnTo>
                    <a:pt x="152542" y="725064"/>
                  </a:lnTo>
                  <a:lnTo>
                    <a:pt x="119286" y="695250"/>
                  </a:lnTo>
                  <a:lnTo>
                    <a:pt x="89472" y="661993"/>
                  </a:lnTo>
                  <a:lnTo>
                    <a:pt x="63406" y="625599"/>
                  </a:lnTo>
                  <a:lnTo>
                    <a:pt x="41395" y="586374"/>
                  </a:lnTo>
                  <a:lnTo>
                    <a:pt x="23743" y="544622"/>
                  </a:lnTo>
                  <a:lnTo>
                    <a:pt x="10756" y="500651"/>
                  </a:lnTo>
                  <a:lnTo>
                    <a:pt x="2740" y="454764"/>
                  </a:lnTo>
                  <a:lnTo>
                    <a:pt x="0" y="407268"/>
                  </a:lnTo>
                  <a:lnTo>
                    <a:pt x="2739" y="359772"/>
                  </a:lnTo>
                  <a:lnTo>
                    <a:pt x="10756" y="313885"/>
                  </a:lnTo>
                  <a:lnTo>
                    <a:pt x="23743" y="269913"/>
                  </a:lnTo>
                  <a:lnTo>
                    <a:pt x="41395" y="228161"/>
                  </a:lnTo>
                  <a:lnTo>
                    <a:pt x="63406" y="188936"/>
                  </a:lnTo>
                  <a:lnTo>
                    <a:pt x="89472" y="152542"/>
                  </a:lnTo>
                  <a:lnTo>
                    <a:pt x="119286" y="119286"/>
                  </a:lnTo>
                  <a:lnTo>
                    <a:pt x="152542" y="89472"/>
                  </a:lnTo>
                  <a:lnTo>
                    <a:pt x="188936" y="63406"/>
                  </a:lnTo>
                  <a:lnTo>
                    <a:pt x="228161" y="41395"/>
                  </a:lnTo>
                  <a:lnTo>
                    <a:pt x="269913" y="23743"/>
                  </a:lnTo>
                  <a:lnTo>
                    <a:pt x="313885" y="10756"/>
                  </a:lnTo>
                  <a:lnTo>
                    <a:pt x="359772" y="2739"/>
                  </a:lnTo>
                  <a:lnTo>
                    <a:pt x="407268" y="0"/>
                  </a:lnTo>
                  <a:lnTo>
                    <a:pt x="9061928" y="0"/>
                  </a:lnTo>
                  <a:lnTo>
                    <a:pt x="9109424" y="2740"/>
                  </a:lnTo>
                  <a:lnTo>
                    <a:pt x="9155311" y="10756"/>
                  </a:lnTo>
                  <a:lnTo>
                    <a:pt x="9199283" y="23743"/>
                  </a:lnTo>
                  <a:lnTo>
                    <a:pt x="9241034" y="41395"/>
                  </a:lnTo>
                  <a:lnTo>
                    <a:pt x="9280260" y="63406"/>
                  </a:lnTo>
                  <a:lnTo>
                    <a:pt x="9316653" y="89472"/>
                  </a:lnTo>
                  <a:lnTo>
                    <a:pt x="9349910" y="119286"/>
                  </a:lnTo>
                  <a:lnTo>
                    <a:pt x="9379724" y="152542"/>
                  </a:lnTo>
                  <a:lnTo>
                    <a:pt x="9405789" y="188936"/>
                  </a:lnTo>
                  <a:lnTo>
                    <a:pt x="9427801" y="228162"/>
                  </a:lnTo>
                  <a:lnTo>
                    <a:pt x="9445453" y="269913"/>
                  </a:lnTo>
                  <a:lnTo>
                    <a:pt x="9458440" y="313885"/>
                  </a:lnTo>
                  <a:lnTo>
                    <a:pt x="9466456" y="359772"/>
                  </a:lnTo>
                  <a:lnTo>
                    <a:pt x="9467555" y="378832"/>
                  </a:lnTo>
                </a:path>
              </a:pathLst>
            </a:custGeom>
            <a:ln w="76200">
              <a:solidFill>
                <a:srgbClr val="0F1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850295" y="628302"/>
              <a:ext cx="1708785" cy="589280"/>
            </a:xfrm>
            <a:custGeom>
              <a:avLst/>
              <a:gdLst/>
              <a:ahLst/>
              <a:cxnLst/>
              <a:rect l="l" t="t" r="r" b="b"/>
              <a:pathLst>
                <a:path w="1708784" h="589280">
                  <a:moveTo>
                    <a:pt x="1413914" y="588931"/>
                  </a:moveTo>
                  <a:lnTo>
                    <a:pt x="294466" y="588931"/>
                  </a:lnTo>
                  <a:lnTo>
                    <a:pt x="246702" y="585077"/>
                  </a:lnTo>
                  <a:lnTo>
                    <a:pt x="201392" y="573919"/>
                  </a:lnTo>
                  <a:lnTo>
                    <a:pt x="159141" y="556063"/>
                  </a:lnTo>
                  <a:lnTo>
                    <a:pt x="120558" y="532116"/>
                  </a:lnTo>
                  <a:lnTo>
                    <a:pt x="86247" y="502684"/>
                  </a:lnTo>
                  <a:lnTo>
                    <a:pt x="56814" y="468373"/>
                  </a:lnTo>
                  <a:lnTo>
                    <a:pt x="32867" y="429789"/>
                  </a:lnTo>
                  <a:lnTo>
                    <a:pt x="15012" y="387539"/>
                  </a:lnTo>
                  <a:lnTo>
                    <a:pt x="3854" y="342229"/>
                  </a:lnTo>
                  <a:lnTo>
                    <a:pt x="0" y="294465"/>
                  </a:lnTo>
                  <a:lnTo>
                    <a:pt x="3854" y="246701"/>
                  </a:lnTo>
                  <a:lnTo>
                    <a:pt x="15012" y="201391"/>
                  </a:lnTo>
                  <a:lnTo>
                    <a:pt x="32867" y="159141"/>
                  </a:lnTo>
                  <a:lnTo>
                    <a:pt x="56814" y="120558"/>
                  </a:lnTo>
                  <a:lnTo>
                    <a:pt x="86247" y="86247"/>
                  </a:lnTo>
                  <a:lnTo>
                    <a:pt x="120558" y="56814"/>
                  </a:lnTo>
                  <a:lnTo>
                    <a:pt x="159141" y="32867"/>
                  </a:lnTo>
                  <a:lnTo>
                    <a:pt x="201392" y="15012"/>
                  </a:lnTo>
                  <a:lnTo>
                    <a:pt x="246702" y="3854"/>
                  </a:lnTo>
                  <a:lnTo>
                    <a:pt x="294466" y="0"/>
                  </a:lnTo>
                  <a:lnTo>
                    <a:pt x="1413914" y="0"/>
                  </a:lnTo>
                  <a:lnTo>
                    <a:pt x="1461678" y="3854"/>
                  </a:lnTo>
                  <a:lnTo>
                    <a:pt x="1506988" y="15012"/>
                  </a:lnTo>
                  <a:lnTo>
                    <a:pt x="1549238" y="32867"/>
                  </a:lnTo>
                  <a:lnTo>
                    <a:pt x="1587822" y="56814"/>
                  </a:lnTo>
                  <a:lnTo>
                    <a:pt x="1622133" y="86247"/>
                  </a:lnTo>
                  <a:lnTo>
                    <a:pt x="1651565" y="120558"/>
                  </a:lnTo>
                  <a:lnTo>
                    <a:pt x="1675512" y="159141"/>
                  </a:lnTo>
                  <a:lnTo>
                    <a:pt x="1693368" y="201391"/>
                  </a:lnTo>
                  <a:lnTo>
                    <a:pt x="1704526" y="246701"/>
                  </a:lnTo>
                  <a:lnTo>
                    <a:pt x="1708380" y="294465"/>
                  </a:lnTo>
                  <a:lnTo>
                    <a:pt x="1704526" y="342229"/>
                  </a:lnTo>
                  <a:lnTo>
                    <a:pt x="1693368" y="387539"/>
                  </a:lnTo>
                  <a:lnTo>
                    <a:pt x="1675512" y="429789"/>
                  </a:lnTo>
                  <a:lnTo>
                    <a:pt x="1651565" y="468373"/>
                  </a:lnTo>
                  <a:lnTo>
                    <a:pt x="1622133" y="502684"/>
                  </a:lnTo>
                  <a:lnTo>
                    <a:pt x="1587822" y="532116"/>
                  </a:lnTo>
                  <a:lnTo>
                    <a:pt x="1549238" y="556063"/>
                  </a:lnTo>
                  <a:lnTo>
                    <a:pt x="1506988" y="573919"/>
                  </a:lnTo>
                  <a:lnTo>
                    <a:pt x="1461678" y="585077"/>
                  </a:lnTo>
                  <a:lnTo>
                    <a:pt x="1413914" y="588931"/>
                  </a:lnTo>
                  <a:close/>
                </a:path>
              </a:pathLst>
            </a:custGeom>
            <a:solidFill>
              <a:srgbClr val="0F1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736420" y="677759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0"/>
                </a:move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lnTo>
                  <a:pt x="0" y="0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36420" y="862623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736420" y="1047486"/>
            <a:ext cx="523875" cy="73660"/>
          </a:xfrm>
          <a:custGeom>
            <a:avLst/>
            <a:gdLst/>
            <a:ahLst/>
            <a:cxnLst/>
            <a:rect l="l" t="t" r="r" b="b"/>
            <a:pathLst>
              <a:path w="523875" h="73659">
                <a:moveTo>
                  <a:pt x="0" y="73632"/>
                </a:moveTo>
                <a:lnTo>
                  <a:pt x="0" y="0"/>
                </a:lnTo>
                <a:lnTo>
                  <a:pt x="523874" y="0"/>
                </a:lnTo>
                <a:lnTo>
                  <a:pt x="523874" y="73632"/>
                </a:lnTo>
                <a:lnTo>
                  <a:pt x="0" y="73632"/>
                </a:lnTo>
                <a:close/>
              </a:path>
            </a:pathLst>
          </a:custGeom>
          <a:solidFill>
            <a:srgbClr val="0F1B4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334699" y="1549679"/>
            <a:ext cx="11746865" cy="7472045"/>
            <a:chOff x="3334699" y="1549679"/>
            <a:chExt cx="11746865" cy="7472045"/>
          </a:xfrm>
        </p:grpSpPr>
        <p:sp>
          <p:nvSpPr>
            <p:cNvPr id="9" name="object 9"/>
            <p:cNvSpPr/>
            <p:nvPr/>
          </p:nvSpPr>
          <p:spPr>
            <a:xfrm>
              <a:off x="3334699" y="3179610"/>
              <a:ext cx="11706225" cy="5842000"/>
            </a:xfrm>
            <a:custGeom>
              <a:avLst/>
              <a:gdLst/>
              <a:ahLst/>
              <a:cxnLst/>
              <a:rect l="l" t="t" r="r" b="b"/>
              <a:pathLst>
                <a:path w="11706225" h="5842000">
                  <a:moveTo>
                    <a:pt x="11469537" y="5841682"/>
                  </a:moveTo>
                  <a:lnTo>
                    <a:pt x="247650" y="5841682"/>
                  </a:lnTo>
                  <a:lnTo>
                    <a:pt x="197739" y="5836651"/>
                  </a:lnTo>
                  <a:lnTo>
                    <a:pt x="151253" y="5822221"/>
                  </a:lnTo>
                  <a:lnTo>
                    <a:pt x="109186" y="5799388"/>
                  </a:lnTo>
                  <a:lnTo>
                    <a:pt x="72535" y="5769148"/>
                  </a:lnTo>
                  <a:lnTo>
                    <a:pt x="42294" y="5732496"/>
                  </a:lnTo>
                  <a:lnTo>
                    <a:pt x="19461" y="5690429"/>
                  </a:lnTo>
                  <a:lnTo>
                    <a:pt x="5031" y="5643943"/>
                  </a:lnTo>
                  <a:lnTo>
                    <a:pt x="0" y="5594032"/>
                  </a:lnTo>
                  <a:lnTo>
                    <a:pt x="0" y="247650"/>
                  </a:lnTo>
                  <a:lnTo>
                    <a:pt x="5031" y="197739"/>
                  </a:lnTo>
                  <a:lnTo>
                    <a:pt x="19461" y="151253"/>
                  </a:lnTo>
                  <a:lnTo>
                    <a:pt x="42294" y="109186"/>
                  </a:lnTo>
                  <a:lnTo>
                    <a:pt x="72535" y="72535"/>
                  </a:lnTo>
                  <a:lnTo>
                    <a:pt x="109186" y="42294"/>
                  </a:lnTo>
                  <a:lnTo>
                    <a:pt x="151253" y="19461"/>
                  </a:lnTo>
                  <a:lnTo>
                    <a:pt x="197739" y="5031"/>
                  </a:lnTo>
                  <a:lnTo>
                    <a:pt x="247650" y="0"/>
                  </a:lnTo>
                  <a:lnTo>
                    <a:pt x="11469537" y="0"/>
                  </a:lnTo>
                  <a:lnTo>
                    <a:pt x="11519448" y="5031"/>
                  </a:lnTo>
                  <a:lnTo>
                    <a:pt x="11565934" y="19461"/>
                  </a:lnTo>
                  <a:lnTo>
                    <a:pt x="11608001" y="42294"/>
                  </a:lnTo>
                  <a:lnTo>
                    <a:pt x="11644653" y="72535"/>
                  </a:lnTo>
                  <a:lnTo>
                    <a:pt x="11674893" y="109186"/>
                  </a:lnTo>
                  <a:lnTo>
                    <a:pt x="11697726" y="151253"/>
                  </a:lnTo>
                  <a:lnTo>
                    <a:pt x="11706184" y="178502"/>
                  </a:lnTo>
                  <a:lnTo>
                    <a:pt x="11706184" y="5663180"/>
                  </a:lnTo>
                  <a:lnTo>
                    <a:pt x="11674893" y="5732496"/>
                  </a:lnTo>
                  <a:lnTo>
                    <a:pt x="11644653" y="5769148"/>
                  </a:lnTo>
                  <a:lnTo>
                    <a:pt x="11608001" y="5799388"/>
                  </a:lnTo>
                  <a:lnTo>
                    <a:pt x="11565934" y="5822221"/>
                  </a:lnTo>
                  <a:lnTo>
                    <a:pt x="11519448" y="5836651"/>
                  </a:lnTo>
                  <a:lnTo>
                    <a:pt x="11469537" y="5841682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7413" y="1549679"/>
              <a:ext cx="2374265" cy="2374265"/>
            </a:xfrm>
            <a:custGeom>
              <a:avLst/>
              <a:gdLst/>
              <a:ahLst/>
              <a:cxnLst/>
              <a:rect l="l" t="t" r="r" b="b"/>
              <a:pathLst>
                <a:path w="2374265" h="2374265">
                  <a:moveTo>
                    <a:pt x="1366221" y="2373932"/>
                  </a:moveTo>
                  <a:lnTo>
                    <a:pt x="986837" y="2373932"/>
                  </a:lnTo>
                  <a:lnTo>
                    <a:pt x="982188" y="2371927"/>
                  </a:lnTo>
                  <a:lnTo>
                    <a:pt x="975260" y="2364999"/>
                  </a:lnTo>
                  <a:lnTo>
                    <a:pt x="973346" y="2360259"/>
                  </a:lnTo>
                  <a:lnTo>
                    <a:pt x="982917" y="1644515"/>
                  </a:lnTo>
                  <a:lnTo>
                    <a:pt x="502351" y="2163275"/>
                  </a:lnTo>
                  <a:lnTo>
                    <a:pt x="496608" y="2165098"/>
                  </a:lnTo>
                  <a:lnTo>
                    <a:pt x="486855" y="2163640"/>
                  </a:lnTo>
                  <a:lnTo>
                    <a:pt x="483573" y="2162090"/>
                  </a:lnTo>
                  <a:lnTo>
                    <a:pt x="479471" y="2158170"/>
                  </a:lnTo>
                  <a:lnTo>
                    <a:pt x="478378" y="2156894"/>
                  </a:lnTo>
                  <a:lnTo>
                    <a:pt x="477557" y="2155618"/>
                  </a:lnTo>
                  <a:lnTo>
                    <a:pt x="462824" y="2142070"/>
                  </a:lnTo>
                  <a:lnTo>
                    <a:pt x="205188" y="1896466"/>
                  </a:lnTo>
                  <a:lnTo>
                    <a:pt x="203183" y="1891908"/>
                  </a:lnTo>
                  <a:lnTo>
                    <a:pt x="203000" y="1882155"/>
                  </a:lnTo>
                  <a:lnTo>
                    <a:pt x="204915" y="1877415"/>
                  </a:lnTo>
                  <a:lnTo>
                    <a:pt x="708907" y="1364033"/>
                  </a:lnTo>
                  <a:lnTo>
                    <a:pt x="18139" y="1361846"/>
                  </a:lnTo>
                  <a:lnTo>
                    <a:pt x="11075" y="1360407"/>
                  </a:lnTo>
                  <a:lnTo>
                    <a:pt x="5309" y="1356490"/>
                  </a:lnTo>
                  <a:lnTo>
                    <a:pt x="1424" y="1350694"/>
                  </a:lnTo>
                  <a:lnTo>
                    <a:pt x="0" y="1343615"/>
                  </a:lnTo>
                  <a:lnTo>
                    <a:pt x="0" y="1051009"/>
                  </a:lnTo>
                  <a:lnTo>
                    <a:pt x="700703" y="1030591"/>
                  </a:lnTo>
                  <a:lnTo>
                    <a:pt x="211842" y="512652"/>
                  </a:lnTo>
                  <a:lnTo>
                    <a:pt x="208470" y="509461"/>
                  </a:lnTo>
                  <a:lnTo>
                    <a:pt x="206373" y="504995"/>
                  </a:lnTo>
                  <a:lnTo>
                    <a:pt x="205917" y="494785"/>
                  </a:lnTo>
                  <a:lnTo>
                    <a:pt x="208105" y="489590"/>
                  </a:lnTo>
                  <a:lnTo>
                    <a:pt x="497247" y="225060"/>
                  </a:lnTo>
                  <a:lnTo>
                    <a:pt x="502078" y="223236"/>
                  </a:lnTo>
                  <a:lnTo>
                    <a:pt x="511740" y="223875"/>
                  </a:lnTo>
                  <a:lnTo>
                    <a:pt x="516298" y="226062"/>
                  </a:lnTo>
                  <a:lnTo>
                    <a:pt x="994676" y="765970"/>
                  </a:lnTo>
                  <a:lnTo>
                    <a:pt x="1004612" y="17957"/>
                  </a:lnTo>
                  <a:lnTo>
                    <a:pt x="1006101" y="10959"/>
                  </a:lnTo>
                  <a:lnTo>
                    <a:pt x="1010035" y="5252"/>
                  </a:lnTo>
                  <a:lnTo>
                    <a:pt x="1015815" y="1408"/>
                  </a:lnTo>
                  <a:lnTo>
                    <a:pt x="1022843" y="0"/>
                  </a:lnTo>
                  <a:lnTo>
                    <a:pt x="1330306" y="0"/>
                  </a:lnTo>
                  <a:lnTo>
                    <a:pt x="1357652" y="703347"/>
                  </a:lnTo>
                  <a:lnTo>
                    <a:pt x="1421552" y="638171"/>
                  </a:lnTo>
                  <a:lnTo>
                    <a:pt x="1897378" y="233902"/>
                  </a:lnTo>
                  <a:lnTo>
                    <a:pt x="1903634" y="230419"/>
                  </a:lnTo>
                  <a:lnTo>
                    <a:pt x="1910515" y="229629"/>
                  </a:lnTo>
                  <a:lnTo>
                    <a:pt x="1917208" y="231453"/>
                  </a:lnTo>
                  <a:lnTo>
                    <a:pt x="1922901" y="235816"/>
                  </a:lnTo>
                  <a:lnTo>
                    <a:pt x="2125355" y="467257"/>
                  </a:lnTo>
                  <a:lnTo>
                    <a:pt x="2128920" y="473462"/>
                  </a:lnTo>
                  <a:lnTo>
                    <a:pt x="2129810" y="480326"/>
                  </a:lnTo>
                  <a:lnTo>
                    <a:pt x="2128085" y="487036"/>
                  </a:lnTo>
                  <a:lnTo>
                    <a:pt x="2123805" y="492780"/>
                  </a:lnTo>
                  <a:lnTo>
                    <a:pt x="1668216" y="903339"/>
                  </a:lnTo>
                  <a:lnTo>
                    <a:pt x="1643843" y="930264"/>
                  </a:lnTo>
                  <a:lnTo>
                    <a:pt x="1553908" y="1027947"/>
                  </a:lnTo>
                  <a:lnTo>
                    <a:pt x="2360533" y="1025395"/>
                  </a:lnTo>
                  <a:lnTo>
                    <a:pt x="2365091" y="1027309"/>
                  </a:lnTo>
                  <a:lnTo>
                    <a:pt x="2372018" y="1034146"/>
                  </a:lnTo>
                  <a:lnTo>
                    <a:pt x="2373933" y="1038795"/>
                  </a:lnTo>
                  <a:lnTo>
                    <a:pt x="2373933" y="1355921"/>
                  </a:lnTo>
                  <a:lnTo>
                    <a:pt x="2372018" y="1360569"/>
                  </a:lnTo>
                  <a:lnTo>
                    <a:pt x="2368555" y="1364033"/>
                  </a:lnTo>
                  <a:lnTo>
                    <a:pt x="2365182" y="1367406"/>
                  </a:lnTo>
                  <a:lnTo>
                    <a:pt x="2360806" y="1369229"/>
                  </a:lnTo>
                  <a:lnTo>
                    <a:pt x="2355793" y="1369320"/>
                  </a:lnTo>
                  <a:lnTo>
                    <a:pt x="1526926" y="1366677"/>
                  </a:lnTo>
                  <a:lnTo>
                    <a:pt x="1536953" y="1378071"/>
                  </a:lnTo>
                  <a:lnTo>
                    <a:pt x="2117060" y="1910595"/>
                  </a:lnTo>
                  <a:lnTo>
                    <a:pt x="2121271" y="1916377"/>
                  </a:lnTo>
                  <a:lnTo>
                    <a:pt x="2122928" y="1923083"/>
                  </a:lnTo>
                  <a:lnTo>
                    <a:pt x="2121969" y="1929925"/>
                  </a:lnTo>
                  <a:lnTo>
                    <a:pt x="2118336" y="1936118"/>
                  </a:lnTo>
                  <a:lnTo>
                    <a:pt x="1913968" y="2165918"/>
                  </a:lnTo>
                  <a:lnTo>
                    <a:pt x="1908236" y="2170252"/>
                  </a:lnTo>
                  <a:lnTo>
                    <a:pt x="1901548" y="2172014"/>
                  </a:lnTo>
                  <a:lnTo>
                    <a:pt x="1894688" y="2171161"/>
                  </a:lnTo>
                  <a:lnTo>
                    <a:pt x="1888444" y="2167650"/>
                  </a:lnTo>
                  <a:lnTo>
                    <a:pt x="1371143" y="1722087"/>
                  </a:lnTo>
                  <a:lnTo>
                    <a:pt x="1379530" y="2360259"/>
                  </a:lnTo>
                  <a:lnTo>
                    <a:pt x="1377707" y="2364999"/>
                  </a:lnTo>
                  <a:lnTo>
                    <a:pt x="1370870" y="2372018"/>
                  </a:lnTo>
                  <a:lnTo>
                    <a:pt x="1366221" y="2373932"/>
                  </a:lnTo>
                  <a:close/>
                </a:path>
              </a:pathLst>
            </a:custGeom>
            <a:solidFill>
              <a:srgbClr val="CFE2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360398" y="4435706"/>
            <a:ext cx="776605" cy="3075940"/>
            <a:chOff x="1360398" y="4435706"/>
            <a:chExt cx="776605" cy="3075940"/>
          </a:xfrm>
        </p:grpSpPr>
        <p:sp>
          <p:nvSpPr>
            <p:cNvPr id="12" name="object 12"/>
            <p:cNvSpPr/>
            <p:nvPr/>
          </p:nvSpPr>
          <p:spPr>
            <a:xfrm>
              <a:off x="1360398" y="4435706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776477" y="388109"/>
                  </a:moveTo>
                  <a:lnTo>
                    <a:pt x="776477" y="2687339"/>
                  </a:lnTo>
                  <a:lnTo>
                    <a:pt x="773110" y="2738371"/>
                  </a:lnTo>
                  <a:lnTo>
                    <a:pt x="763176" y="2788096"/>
                  </a:lnTo>
                  <a:lnTo>
                    <a:pt x="746924" y="2835912"/>
                  </a:lnTo>
                  <a:lnTo>
                    <a:pt x="724605" y="2881214"/>
                  </a:lnTo>
                  <a:lnTo>
                    <a:pt x="696468" y="2923400"/>
                  </a:lnTo>
                  <a:lnTo>
                    <a:pt x="662764" y="2961866"/>
                  </a:lnTo>
                  <a:lnTo>
                    <a:pt x="624299" y="2995569"/>
                  </a:lnTo>
                  <a:lnTo>
                    <a:pt x="582113" y="3023706"/>
                  </a:lnTo>
                  <a:lnTo>
                    <a:pt x="536811" y="3046025"/>
                  </a:lnTo>
                  <a:lnTo>
                    <a:pt x="488995" y="3062277"/>
                  </a:lnTo>
                  <a:lnTo>
                    <a:pt x="439270" y="3072211"/>
                  </a:lnTo>
                  <a:lnTo>
                    <a:pt x="388238" y="3075578"/>
                  </a:lnTo>
                  <a:lnTo>
                    <a:pt x="337207" y="3072211"/>
                  </a:lnTo>
                  <a:lnTo>
                    <a:pt x="287481" y="3062277"/>
                  </a:lnTo>
                  <a:lnTo>
                    <a:pt x="239666" y="3046025"/>
                  </a:lnTo>
                  <a:lnTo>
                    <a:pt x="194363" y="3023706"/>
                  </a:lnTo>
                  <a:lnTo>
                    <a:pt x="152178" y="2995569"/>
                  </a:lnTo>
                  <a:lnTo>
                    <a:pt x="113712" y="2961866"/>
                  </a:lnTo>
                  <a:lnTo>
                    <a:pt x="80008" y="2923400"/>
                  </a:lnTo>
                  <a:lnTo>
                    <a:pt x="51872" y="2881214"/>
                  </a:lnTo>
                  <a:lnTo>
                    <a:pt x="29552" y="2835912"/>
                  </a:lnTo>
                  <a:lnTo>
                    <a:pt x="13301" y="2788096"/>
                  </a:lnTo>
                  <a:lnTo>
                    <a:pt x="3366" y="2738371"/>
                  </a:lnTo>
                  <a:lnTo>
                    <a:pt x="0" y="2687339"/>
                  </a:lnTo>
                  <a:lnTo>
                    <a:pt x="0" y="388109"/>
                  </a:lnTo>
                  <a:lnTo>
                    <a:pt x="3366" y="337077"/>
                  </a:lnTo>
                  <a:lnTo>
                    <a:pt x="13301" y="287352"/>
                  </a:lnTo>
                  <a:lnTo>
                    <a:pt x="29552" y="239536"/>
                  </a:lnTo>
                  <a:lnTo>
                    <a:pt x="51872" y="194234"/>
                  </a:lnTo>
                  <a:lnTo>
                    <a:pt x="80008" y="152048"/>
                  </a:lnTo>
                  <a:lnTo>
                    <a:pt x="113712" y="113583"/>
                  </a:lnTo>
                  <a:lnTo>
                    <a:pt x="152178" y="79879"/>
                  </a:lnTo>
                  <a:lnTo>
                    <a:pt x="194363" y="51742"/>
                  </a:lnTo>
                  <a:lnTo>
                    <a:pt x="239666" y="29423"/>
                  </a:lnTo>
                  <a:lnTo>
                    <a:pt x="287481" y="13171"/>
                  </a:lnTo>
                  <a:lnTo>
                    <a:pt x="337207" y="3237"/>
                  </a:lnTo>
                  <a:lnTo>
                    <a:pt x="386274" y="0"/>
                  </a:lnTo>
                  <a:lnTo>
                    <a:pt x="390202" y="0"/>
                  </a:lnTo>
                  <a:lnTo>
                    <a:pt x="439270" y="3237"/>
                  </a:lnTo>
                  <a:lnTo>
                    <a:pt x="488995" y="13171"/>
                  </a:lnTo>
                  <a:lnTo>
                    <a:pt x="536811" y="29423"/>
                  </a:lnTo>
                  <a:lnTo>
                    <a:pt x="582113" y="51742"/>
                  </a:lnTo>
                  <a:lnTo>
                    <a:pt x="624299" y="79879"/>
                  </a:lnTo>
                  <a:lnTo>
                    <a:pt x="662764" y="113583"/>
                  </a:lnTo>
                  <a:lnTo>
                    <a:pt x="696468" y="152048"/>
                  </a:lnTo>
                  <a:lnTo>
                    <a:pt x="724605" y="194234"/>
                  </a:lnTo>
                  <a:lnTo>
                    <a:pt x="746924" y="239536"/>
                  </a:lnTo>
                  <a:lnTo>
                    <a:pt x="763176" y="287352"/>
                  </a:lnTo>
                  <a:lnTo>
                    <a:pt x="773110" y="337077"/>
                  </a:lnTo>
                  <a:lnTo>
                    <a:pt x="776477" y="3881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58032" y="4571560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60" h="581660">
                  <a:moveTo>
                    <a:pt x="581194" y="290596"/>
                  </a:moveTo>
                  <a:lnTo>
                    <a:pt x="577390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5" y="462219"/>
                  </a:lnTo>
                  <a:lnTo>
                    <a:pt x="496080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0" y="577390"/>
                  </a:lnTo>
                  <a:lnTo>
                    <a:pt x="198745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3" y="496080"/>
                  </a:lnTo>
                  <a:lnTo>
                    <a:pt x="56068" y="462219"/>
                  </a:lnTo>
                  <a:lnTo>
                    <a:pt x="32435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6"/>
                  </a:lnTo>
                  <a:lnTo>
                    <a:pt x="3803" y="243460"/>
                  </a:lnTo>
                  <a:lnTo>
                    <a:pt x="14814" y="198745"/>
                  </a:lnTo>
                  <a:lnTo>
                    <a:pt x="32435" y="157050"/>
                  </a:lnTo>
                  <a:lnTo>
                    <a:pt x="56068" y="118974"/>
                  </a:lnTo>
                  <a:lnTo>
                    <a:pt x="85113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5" y="14814"/>
                  </a:lnTo>
                  <a:lnTo>
                    <a:pt x="243460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0" y="85113"/>
                  </a:lnTo>
                  <a:lnTo>
                    <a:pt x="525125" y="118974"/>
                  </a:lnTo>
                  <a:lnTo>
                    <a:pt x="548758" y="157050"/>
                  </a:lnTo>
                  <a:lnTo>
                    <a:pt x="566379" y="198745"/>
                  </a:lnTo>
                  <a:lnTo>
                    <a:pt x="577390" y="243460"/>
                  </a:lnTo>
                  <a:lnTo>
                    <a:pt x="581194" y="290596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249685" y="2039209"/>
            <a:ext cx="776605" cy="3075940"/>
            <a:chOff x="16249685" y="2039209"/>
            <a:chExt cx="776605" cy="3075940"/>
          </a:xfrm>
        </p:grpSpPr>
        <p:sp>
          <p:nvSpPr>
            <p:cNvPr id="15" name="object 15"/>
            <p:cNvSpPr/>
            <p:nvPr/>
          </p:nvSpPr>
          <p:spPr>
            <a:xfrm>
              <a:off x="16249685" y="2039209"/>
              <a:ext cx="776605" cy="3075940"/>
            </a:xfrm>
            <a:custGeom>
              <a:avLst/>
              <a:gdLst/>
              <a:ahLst/>
              <a:cxnLst/>
              <a:rect l="l" t="t" r="r" b="b"/>
              <a:pathLst>
                <a:path w="776605" h="3075940">
                  <a:moveTo>
                    <a:pt x="0" y="2687469"/>
                  </a:moveTo>
                  <a:lnTo>
                    <a:pt x="0" y="388238"/>
                  </a:lnTo>
                  <a:lnTo>
                    <a:pt x="3366" y="337207"/>
                  </a:lnTo>
                  <a:lnTo>
                    <a:pt x="13301" y="287481"/>
                  </a:lnTo>
                  <a:lnTo>
                    <a:pt x="29552" y="239666"/>
                  </a:lnTo>
                  <a:lnTo>
                    <a:pt x="51872" y="194363"/>
                  </a:lnTo>
                  <a:lnTo>
                    <a:pt x="80008" y="152178"/>
                  </a:lnTo>
                  <a:lnTo>
                    <a:pt x="113713" y="113712"/>
                  </a:lnTo>
                  <a:lnTo>
                    <a:pt x="152178" y="80008"/>
                  </a:lnTo>
                  <a:lnTo>
                    <a:pt x="194364" y="51871"/>
                  </a:lnTo>
                  <a:lnTo>
                    <a:pt x="239666" y="29552"/>
                  </a:lnTo>
                  <a:lnTo>
                    <a:pt x="287482" y="13301"/>
                  </a:lnTo>
                  <a:lnTo>
                    <a:pt x="337207" y="3367"/>
                  </a:lnTo>
                  <a:lnTo>
                    <a:pt x="388238" y="0"/>
                  </a:lnTo>
                  <a:lnTo>
                    <a:pt x="439270" y="3367"/>
                  </a:lnTo>
                  <a:lnTo>
                    <a:pt x="488995" y="13301"/>
                  </a:lnTo>
                  <a:lnTo>
                    <a:pt x="536811" y="29552"/>
                  </a:lnTo>
                  <a:lnTo>
                    <a:pt x="582113" y="51871"/>
                  </a:lnTo>
                  <a:lnTo>
                    <a:pt x="624299" y="80008"/>
                  </a:lnTo>
                  <a:lnTo>
                    <a:pt x="662765" y="113712"/>
                  </a:lnTo>
                  <a:lnTo>
                    <a:pt x="696469" y="152178"/>
                  </a:lnTo>
                  <a:lnTo>
                    <a:pt x="724605" y="194363"/>
                  </a:lnTo>
                  <a:lnTo>
                    <a:pt x="746924" y="239666"/>
                  </a:lnTo>
                  <a:lnTo>
                    <a:pt x="763176" y="287481"/>
                  </a:lnTo>
                  <a:lnTo>
                    <a:pt x="773110" y="337207"/>
                  </a:lnTo>
                  <a:lnTo>
                    <a:pt x="776477" y="388238"/>
                  </a:lnTo>
                  <a:lnTo>
                    <a:pt x="776477" y="2687469"/>
                  </a:lnTo>
                  <a:lnTo>
                    <a:pt x="773110" y="2738500"/>
                  </a:lnTo>
                  <a:lnTo>
                    <a:pt x="763176" y="2788226"/>
                  </a:lnTo>
                  <a:lnTo>
                    <a:pt x="746924" y="2836041"/>
                  </a:lnTo>
                  <a:lnTo>
                    <a:pt x="724605" y="2881343"/>
                  </a:lnTo>
                  <a:lnTo>
                    <a:pt x="696469" y="2923529"/>
                  </a:lnTo>
                  <a:lnTo>
                    <a:pt x="662765" y="2961995"/>
                  </a:lnTo>
                  <a:lnTo>
                    <a:pt x="624299" y="2995699"/>
                  </a:lnTo>
                  <a:lnTo>
                    <a:pt x="582113" y="3023835"/>
                  </a:lnTo>
                  <a:lnTo>
                    <a:pt x="536811" y="3046154"/>
                  </a:lnTo>
                  <a:lnTo>
                    <a:pt x="488995" y="3062406"/>
                  </a:lnTo>
                  <a:lnTo>
                    <a:pt x="439270" y="3072341"/>
                  </a:lnTo>
                  <a:lnTo>
                    <a:pt x="390207" y="3075578"/>
                  </a:lnTo>
                  <a:lnTo>
                    <a:pt x="386270" y="3075578"/>
                  </a:lnTo>
                  <a:lnTo>
                    <a:pt x="337207" y="3072341"/>
                  </a:lnTo>
                  <a:lnTo>
                    <a:pt x="287482" y="3062406"/>
                  </a:lnTo>
                  <a:lnTo>
                    <a:pt x="239666" y="3046154"/>
                  </a:lnTo>
                  <a:lnTo>
                    <a:pt x="194364" y="3023835"/>
                  </a:lnTo>
                  <a:lnTo>
                    <a:pt x="152178" y="2995699"/>
                  </a:lnTo>
                  <a:lnTo>
                    <a:pt x="113713" y="2961995"/>
                  </a:lnTo>
                  <a:lnTo>
                    <a:pt x="80008" y="2923529"/>
                  </a:lnTo>
                  <a:lnTo>
                    <a:pt x="51872" y="2881343"/>
                  </a:lnTo>
                  <a:lnTo>
                    <a:pt x="29552" y="2836041"/>
                  </a:lnTo>
                  <a:lnTo>
                    <a:pt x="13301" y="2788226"/>
                  </a:lnTo>
                  <a:lnTo>
                    <a:pt x="3366" y="2738500"/>
                  </a:lnTo>
                  <a:lnTo>
                    <a:pt x="0" y="26874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47339" y="4397759"/>
              <a:ext cx="581660" cy="581660"/>
            </a:xfrm>
            <a:custGeom>
              <a:avLst/>
              <a:gdLst/>
              <a:ahLst/>
              <a:cxnLst/>
              <a:rect l="l" t="t" r="r" b="b"/>
              <a:pathLst>
                <a:path w="581659" h="581660">
                  <a:moveTo>
                    <a:pt x="0" y="290597"/>
                  </a:moveTo>
                  <a:lnTo>
                    <a:pt x="3803" y="243460"/>
                  </a:lnTo>
                  <a:lnTo>
                    <a:pt x="14814" y="198746"/>
                  </a:lnTo>
                  <a:lnTo>
                    <a:pt x="32436" y="157051"/>
                  </a:lnTo>
                  <a:lnTo>
                    <a:pt x="56068" y="118974"/>
                  </a:lnTo>
                  <a:lnTo>
                    <a:pt x="85114" y="85113"/>
                  </a:lnTo>
                  <a:lnTo>
                    <a:pt x="118974" y="56068"/>
                  </a:lnTo>
                  <a:lnTo>
                    <a:pt x="157051" y="32435"/>
                  </a:lnTo>
                  <a:lnTo>
                    <a:pt x="198746" y="14814"/>
                  </a:lnTo>
                  <a:lnTo>
                    <a:pt x="243461" y="3803"/>
                  </a:lnTo>
                  <a:lnTo>
                    <a:pt x="290597" y="0"/>
                  </a:lnTo>
                  <a:lnTo>
                    <a:pt x="337733" y="3803"/>
                  </a:lnTo>
                  <a:lnTo>
                    <a:pt x="382448" y="14814"/>
                  </a:lnTo>
                  <a:lnTo>
                    <a:pt x="424143" y="32435"/>
                  </a:lnTo>
                  <a:lnTo>
                    <a:pt x="462220" y="56068"/>
                  </a:lnTo>
                  <a:lnTo>
                    <a:pt x="496081" y="85113"/>
                  </a:lnTo>
                  <a:lnTo>
                    <a:pt x="525126" y="118974"/>
                  </a:lnTo>
                  <a:lnTo>
                    <a:pt x="548758" y="157051"/>
                  </a:lnTo>
                  <a:lnTo>
                    <a:pt x="566379" y="198746"/>
                  </a:lnTo>
                  <a:lnTo>
                    <a:pt x="577391" y="243460"/>
                  </a:lnTo>
                  <a:lnTo>
                    <a:pt x="581194" y="290597"/>
                  </a:lnTo>
                  <a:lnTo>
                    <a:pt x="577391" y="337733"/>
                  </a:lnTo>
                  <a:lnTo>
                    <a:pt x="566379" y="382448"/>
                  </a:lnTo>
                  <a:lnTo>
                    <a:pt x="548758" y="424143"/>
                  </a:lnTo>
                  <a:lnTo>
                    <a:pt x="525126" y="462220"/>
                  </a:lnTo>
                  <a:lnTo>
                    <a:pt x="496081" y="496080"/>
                  </a:lnTo>
                  <a:lnTo>
                    <a:pt x="462220" y="525125"/>
                  </a:lnTo>
                  <a:lnTo>
                    <a:pt x="424143" y="548758"/>
                  </a:lnTo>
                  <a:lnTo>
                    <a:pt x="382448" y="566379"/>
                  </a:lnTo>
                  <a:lnTo>
                    <a:pt x="337733" y="577390"/>
                  </a:lnTo>
                  <a:lnTo>
                    <a:pt x="290597" y="581194"/>
                  </a:lnTo>
                  <a:lnTo>
                    <a:pt x="243461" y="577390"/>
                  </a:lnTo>
                  <a:lnTo>
                    <a:pt x="198746" y="566379"/>
                  </a:lnTo>
                  <a:lnTo>
                    <a:pt x="157051" y="548758"/>
                  </a:lnTo>
                  <a:lnTo>
                    <a:pt x="118974" y="525125"/>
                  </a:lnTo>
                  <a:lnTo>
                    <a:pt x="85114" y="496080"/>
                  </a:lnTo>
                  <a:lnTo>
                    <a:pt x="56068" y="462220"/>
                  </a:lnTo>
                  <a:lnTo>
                    <a:pt x="32436" y="424143"/>
                  </a:lnTo>
                  <a:lnTo>
                    <a:pt x="14814" y="382448"/>
                  </a:lnTo>
                  <a:lnTo>
                    <a:pt x="3803" y="337733"/>
                  </a:lnTo>
                  <a:lnTo>
                    <a:pt x="0" y="290597"/>
                  </a:lnTo>
                  <a:close/>
                </a:path>
              </a:pathLst>
            </a:custGeom>
            <a:solidFill>
              <a:srgbClr val="8FA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80" y="621276"/>
            <a:ext cx="1257299" cy="12572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874685" y="734680"/>
            <a:ext cx="79692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95" dirty="0">
                <a:solidFill>
                  <a:srgbClr val="0F1B40"/>
                </a:solidFill>
                <a:latin typeface="Verdana"/>
                <a:cs typeface="Verdana"/>
              </a:rPr>
              <a:t>HOME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7641" y="736893"/>
            <a:ext cx="89154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50" dirty="0">
                <a:solidFill>
                  <a:srgbClr val="0F1B40"/>
                </a:solidFill>
                <a:latin typeface="Verdana"/>
                <a:cs typeface="Verdana"/>
              </a:rPr>
              <a:t>ABOUT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91875" y="736893"/>
            <a:ext cx="120396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spc="-10" dirty="0">
                <a:solidFill>
                  <a:srgbClr val="0F1B40"/>
                </a:solidFill>
                <a:latin typeface="Verdana"/>
                <a:cs typeface="Verdana"/>
              </a:rPr>
              <a:t>CONTENT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86463" y="734680"/>
            <a:ext cx="1042035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40" dirty="0">
                <a:solidFill>
                  <a:srgbClr val="F4F4F4"/>
                </a:solidFill>
                <a:latin typeface="Tahoma"/>
                <a:cs typeface="Tahoma"/>
              </a:rPr>
              <a:t>OTHERS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07206" y="4194372"/>
            <a:ext cx="11572240" cy="453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910"/>
              </a:spcBef>
            </a:pPr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dirty="0" err="1">
                <a:solidFill>
                  <a:schemeClr val="bg1"/>
                </a:solidFill>
              </a:rPr>
              <a:t>SafetyEye</a:t>
            </a:r>
            <a:r>
              <a:rPr lang="en-US" sz="3200" dirty="0">
                <a:solidFill>
                  <a:schemeClr val="bg1"/>
                </a:solidFill>
              </a:rPr>
              <a:t> project automates PPE monitoring using advanced computer vision, reducing manual effort, improving safety compliance, and delivering real-time insights across factories, construction sites, warehouses, and industrial plants. Future enhancements include IoT </a:t>
            </a:r>
            <a:r>
              <a:rPr lang="en-US" sz="3200" dirty="0" err="1">
                <a:solidFill>
                  <a:schemeClr val="bg1"/>
                </a:solidFill>
              </a:rPr>
              <a:t>integration,Multi</a:t>
            </a:r>
            <a:r>
              <a:rPr lang="en-US" sz="3200" dirty="0">
                <a:solidFill>
                  <a:schemeClr val="bg1"/>
                </a:solidFill>
              </a:rPr>
              <a:t>-Camera Tracking, Dashboard </a:t>
            </a:r>
            <a:r>
              <a:rPr lang="en-US" sz="3200" dirty="0" err="1">
                <a:solidFill>
                  <a:schemeClr val="bg1"/>
                </a:solidFill>
              </a:rPr>
              <a:t>Enhancements,predictive</a:t>
            </a:r>
            <a:r>
              <a:rPr lang="en-US" sz="3200" dirty="0">
                <a:solidFill>
                  <a:schemeClr val="bg1"/>
                </a:solidFill>
              </a:rPr>
              <a:t> analytics, and smarter alerting systems to further strengthen workplace safety.</a:t>
            </a:r>
          </a:p>
          <a:p>
            <a:pPr>
              <a:lnSpc>
                <a:spcPct val="100000"/>
              </a:lnSpc>
              <a:spcBef>
                <a:spcPts val="1910"/>
              </a:spcBef>
            </a:pPr>
            <a:endParaRPr sz="2950" dirty="0">
              <a:latin typeface="Tahoma"/>
              <a:cs typeface="Tahoma"/>
            </a:endParaRPr>
          </a:p>
          <a:p>
            <a:pPr marR="111760" algn="ctr">
              <a:lnSpc>
                <a:spcPct val="100000"/>
              </a:lnSpc>
            </a:pPr>
            <a:r>
              <a:rPr sz="2450" spc="-5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endParaRPr sz="2450" dirty="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61205" y="1482552"/>
            <a:ext cx="5765800" cy="1325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500" b="1" spc="-290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8500" b="1" spc="-16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8500" b="1" spc="-105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r>
              <a:rPr sz="8500" b="1" spc="-165" dirty="0">
                <a:solidFill>
                  <a:srgbClr val="0F1B40"/>
                </a:solidFill>
                <a:latin typeface="Tahoma"/>
                <a:cs typeface="Tahoma"/>
              </a:rPr>
              <a:t>c</a:t>
            </a:r>
            <a:r>
              <a:rPr sz="8500" b="1" spc="-185" dirty="0">
                <a:solidFill>
                  <a:srgbClr val="0F1B40"/>
                </a:solidFill>
                <a:latin typeface="Tahoma"/>
                <a:cs typeface="Tahoma"/>
              </a:rPr>
              <a:t>l</a:t>
            </a:r>
            <a:r>
              <a:rPr sz="8500" b="1" spc="-160" dirty="0">
                <a:solidFill>
                  <a:srgbClr val="0F1B40"/>
                </a:solidFill>
                <a:latin typeface="Tahoma"/>
                <a:cs typeface="Tahoma"/>
              </a:rPr>
              <a:t>u</a:t>
            </a:r>
            <a:r>
              <a:rPr sz="8500" b="1" spc="-180" dirty="0">
                <a:solidFill>
                  <a:srgbClr val="0F1B40"/>
                </a:solidFill>
                <a:latin typeface="Tahoma"/>
                <a:cs typeface="Tahoma"/>
              </a:rPr>
              <a:t>s</a:t>
            </a:r>
            <a:r>
              <a:rPr sz="8500" b="1" spc="-185" dirty="0">
                <a:solidFill>
                  <a:srgbClr val="0F1B40"/>
                </a:solidFill>
                <a:latin typeface="Tahoma"/>
                <a:cs typeface="Tahoma"/>
              </a:rPr>
              <a:t>i</a:t>
            </a:r>
            <a:r>
              <a:rPr sz="8500" b="1" spc="-165" dirty="0">
                <a:solidFill>
                  <a:srgbClr val="0F1B40"/>
                </a:solidFill>
                <a:latin typeface="Tahoma"/>
                <a:cs typeface="Tahoma"/>
              </a:rPr>
              <a:t>o</a:t>
            </a:r>
            <a:r>
              <a:rPr sz="8500" b="1" spc="310" dirty="0">
                <a:solidFill>
                  <a:srgbClr val="0F1B40"/>
                </a:solidFill>
                <a:latin typeface="Tahoma"/>
                <a:cs typeface="Tahoma"/>
              </a:rPr>
              <a:t>n</a:t>
            </a:r>
            <a:endParaRPr sz="85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911</Words>
  <Application>Microsoft Office PowerPoint</Application>
  <PresentationFormat>Custom</PresentationFormat>
  <Paragraphs>126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Courier New</vt:lpstr>
      <vt:lpstr>Tahoma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SafetyEye solves these challenges by providing: 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Ojaswi Ambare</dc:creator>
  <cp:keywords>DAG6MOkHwGU,BAGhVzNww8Y,0</cp:keywords>
  <cp:lastModifiedBy>Ojaswi Ambare</cp:lastModifiedBy>
  <cp:revision>5</cp:revision>
  <dcterms:created xsi:type="dcterms:W3CDTF">2025-11-30T19:08:33Z</dcterms:created>
  <dcterms:modified xsi:type="dcterms:W3CDTF">2025-12-05T14:57:43Z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2025-11-30T00:00:00Z</vt:filetime>
  </property>
  <property fmtid="{D5CDD505-2E9C-101B-9397-08002B2CF9AE}" pid="5" name="Producer">
    <vt:lpwstr>Canva</vt:lpwstr>
  </property>
</Properties>
</file>